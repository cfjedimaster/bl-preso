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2"/>
  </p:notesMasterIdLst>
  <p:sldIdLst>
    <p:sldId id="259" r:id="rId2"/>
    <p:sldId id="258" r:id="rId3"/>
    <p:sldId id="272" r:id="rId4"/>
    <p:sldId id="260" r:id="rId5"/>
    <p:sldId id="273" r:id="rId6"/>
    <p:sldId id="276" r:id="rId7"/>
    <p:sldId id="277" r:id="rId8"/>
    <p:sldId id="274" r:id="rId9"/>
    <p:sldId id="275" r:id="rId10"/>
    <p:sldId id="279" r:id="rId11"/>
    <p:sldId id="280" r:id="rId12"/>
    <p:sldId id="281" r:id="rId13"/>
    <p:sldId id="283" r:id="rId14"/>
    <p:sldId id="284" r:id="rId15"/>
    <p:sldId id="287" r:id="rId16"/>
    <p:sldId id="302" r:id="rId17"/>
    <p:sldId id="282" r:id="rId18"/>
    <p:sldId id="285" r:id="rId19"/>
    <p:sldId id="286" r:id="rId20"/>
    <p:sldId id="288" r:id="rId21"/>
    <p:sldId id="289" r:id="rId22"/>
    <p:sldId id="290" r:id="rId23"/>
    <p:sldId id="291" r:id="rId24"/>
    <p:sldId id="292" r:id="rId25"/>
    <p:sldId id="293" r:id="rId26"/>
    <p:sldId id="294" r:id="rId27"/>
    <p:sldId id="295" r:id="rId28"/>
    <p:sldId id="296" r:id="rId29"/>
    <p:sldId id="297" r:id="rId30"/>
    <p:sldId id="298" r:id="rId31"/>
    <p:sldId id="299" r:id="rId32"/>
    <p:sldId id="300" r:id="rId33"/>
    <p:sldId id="301" r:id="rId34"/>
    <p:sldId id="305" r:id="rId35"/>
    <p:sldId id="306" r:id="rId36"/>
    <p:sldId id="307" r:id="rId37"/>
    <p:sldId id="308" r:id="rId38"/>
    <p:sldId id="303" r:id="rId39"/>
    <p:sldId id="304" r:id="rId40"/>
    <p:sldId id="271" r:id="rId41"/>
  </p:sldIdLst>
  <p:sldSz cx="18288000" cy="10287000"/>
  <p:notesSz cx="6858000" cy="9144000"/>
  <p:embeddedFontLst>
    <p:embeddedFont>
      <p:font typeface="Consolas" panose="020B0609020204030204" pitchFamily="49" charset="0"/>
      <p:regular r:id="rId43"/>
      <p:bold r:id="rId44"/>
      <p:italic r:id="rId45"/>
      <p:boldItalic r:id="rId46"/>
    </p:embeddedFont>
    <p:embeddedFont>
      <p:font typeface="Poppins" pitchFamily="2" charset="77"/>
      <p:regular r:id="rId47"/>
      <p:bold r:id="rId48"/>
      <p:italic r:id="rId49"/>
      <p:boldItalic r:id="rId50"/>
    </p:embeddedFont>
    <p:embeddedFont>
      <p:font typeface="Poppins Light" panose="00000400000000000000" pitchFamily="2" charset="77"/>
      <p:regular r:id="rId51"/>
      <p:bold r:id="rId52"/>
      <p:italic r:id="rId53"/>
      <p:boldItalic r:id="rId54"/>
    </p:embeddedFont>
    <p:embeddedFont>
      <p:font typeface="Poppins SemiBold" panose="00000700000000000000" pitchFamily="2" charset="77"/>
      <p:regular r:id="rId55"/>
      <p:bold r:id="rId56"/>
      <p:italic r:id="rId57"/>
      <p:boldItalic r:id="rId5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9" roundtripDataSignature="AMtx7mi+7TtzwfF0cQ40MIosYehe46aeQ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67"/>
  </p:normalViewPr>
  <p:slideViewPr>
    <p:cSldViewPr snapToGrid="0">
      <p:cViewPr varScale="1">
        <p:scale>
          <a:sx n="83" d="100"/>
          <a:sy n="83" d="100"/>
        </p:scale>
        <p:origin x="608" y="72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openxmlformats.org/officeDocument/2006/relationships/font" Target="fonts/font5.fntdata"/><Relationship Id="rId50" Type="http://schemas.openxmlformats.org/officeDocument/2006/relationships/font" Target="fonts/font8.fntdata"/><Relationship Id="rId55" Type="http://schemas.openxmlformats.org/officeDocument/2006/relationships/font" Target="fonts/font13.fntdata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3.fntdata"/><Relationship Id="rId53" Type="http://schemas.openxmlformats.org/officeDocument/2006/relationships/font" Target="fonts/font11.fntdata"/><Relationship Id="rId58" Type="http://schemas.openxmlformats.org/officeDocument/2006/relationships/font" Target="fonts/font16.fntdata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1.fntdata"/><Relationship Id="rId48" Type="http://schemas.openxmlformats.org/officeDocument/2006/relationships/font" Target="fonts/font6.fntdata"/><Relationship Id="rId56" Type="http://schemas.openxmlformats.org/officeDocument/2006/relationships/font" Target="fonts/font14.fntdata"/><Relationship Id="rId8" Type="http://schemas.openxmlformats.org/officeDocument/2006/relationships/slide" Target="slides/slide7.xml"/><Relationship Id="rId51" Type="http://schemas.openxmlformats.org/officeDocument/2006/relationships/font" Target="fonts/font9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4.fntdata"/><Relationship Id="rId59" Type="http://customschemas.google.com/relationships/presentationmetadata" Target="meta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12.fntdata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7.fntdata"/><Relationship Id="rId57" Type="http://schemas.openxmlformats.org/officeDocument/2006/relationships/font" Target="fonts/font15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font" Target="fonts/font2.fntdata"/><Relationship Id="rId52" Type="http://schemas.openxmlformats.org/officeDocument/2006/relationships/font" Target="fonts/font10.fntdata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B3C610A3-3482-E7FC-9617-7C0667D2F1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>
            <a:extLst>
              <a:ext uri="{FF2B5EF4-FFF2-40B4-BE49-F238E27FC236}">
                <a16:creationId xmlns:a16="http://schemas.microsoft.com/office/drawing/2014/main" id="{43EBEEE0-01A5-D479-A543-F4FB6F56047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>
            <a:extLst>
              <a:ext uri="{FF2B5EF4-FFF2-40B4-BE49-F238E27FC236}">
                <a16:creationId xmlns:a16="http://schemas.microsoft.com/office/drawing/2014/main" id="{EEEA5733-981C-C1AE-6D54-837F05246B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635217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>
          <a:extLst>
            <a:ext uri="{FF2B5EF4-FFF2-40B4-BE49-F238E27FC236}">
              <a16:creationId xmlns:a16="http://schemas.microsoft.com/office/drawing/2014/main" id="{9A1FF692-2693-C273-BEFA-716EDA624C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5:notes">
            <a:extLst>
              <a:ext uri="{FF2B5EF4-FFF2-40B4-BE49-F238E27FC236}">
                <a16:creationId xmlns:a16="http://schemas.microsoft.com/office/drawing/2014/main" id="{65EE6140-AF90-D48F-01BD-BC297625354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5:notes">
            <a:extLst>
              <a:ext uri="{FF2B5EF4-FFF2-40B4-BE49-F238E27FC236}">
                <a16:creationId xmlns:a16="http://schemas.microsoft.com/office/drawing/2014/main" id="{9C3A5532-F672-2C52-ECAE-CFFCFE5D1F7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963476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>
          <a:extLst>
            <a:ext uri="{FF2B5EF4-FFF2-40B4-BE49-F238E27FC236}">
              <a16:creationId xmlns:a16="http://schemas.microsoft.com/office/drawing/2014/main" id="{8FF18E47-5251-2CDF-6FFA-197E291A88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5:notes">
            <a:extLst>
              <a:ext uri="{FF2B5EF4-FFF2-40B4-BE49-F238E27FC236}">
                <a16:creationId xmlns:a16="http://schemas.microsoft.com/office/drawing/2014/main" id="{5E571010-061B-92E5-406E-244C33CDDE0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5:notes">
            <a:extLst>
              <a:ext uri="{FF2B5EF4-FFF2-40B4-BE49-F238E27FC236}">
                <a16:creationId xmlns:a16="http://schemas.microsoft.com/office/drawing/2014/main" id="{B33EE040-383D-CAD1-04E5-AE1817930D6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87230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>
          <a:extLst>
            <a:ext uri="{FF2B5EF4-FFF2-40B4-BE49-F238E27FC236}">
              <a16:creationId xmlns:a16="http://schemas.microsoft.com/office/drawing/2014/main" id="{88799608-3942-6DE2-FAA3-D1F8DC7DB0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5:notes">
            <a:extLst>
              <a:ext uri="{FF2B5EF4-FFF2-40B4-BE49-F238E27FC236}">
                <a16:creationId xmlns:a16="http://schemas.microsoft.com/office/drawing/2014/main" id="{EB7B88FD-AD7F-7750-F474-F813DF103EC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5:notes">
            <a:extLst>
              <a:ext uri="{FF2B5EF4-FFF2-40B4-BE49-F238E27FC236}">
                <a16:creationId xmlns:a16="http://schemas.microsoft.com/office/drawing/2014/main" id="{C2F6DA60-35B5-67A6-A59A-2CC94594852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875491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>
          <a:extLst>
            <a:ext uri="{FF2B5EF4-FFF2-40B4-BE49-F238E27FC236}">
              <a16:creationId xmlns:a16="http://schemas.microsoft.com/office/drawing/2014/main" id="{4FB759D2-FE0B-494A-EA11-88E1C11CB8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5:notes">
            <a:extLst>
              <a:ext uri="{FF2B5EF4-FFF2-40B4-BE49-F238E27FC236}">
                <a16:creationId xmlns:a16="http://schemas.microsoft.com/office/drawing/2014/main" id="{2195CA24-F9FB-7CB3-32BD-4DFBFDF97C3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5:notes">
            <a:extLst>
              <a:ext uri="{FF2B5EF4-FFF2-40B4-BE49-F238E27FC236}">
                <a16:creationId xmlns:a16="http://schemas.microsoft.com/office/drawing/2014/main" id="{23FB78AE-1AA1-077E-BB85-782D3EB7F46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740968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>
          <a:extLst>
            <a:ext uri="{FF2B5EF4-FFF2-40B4-BE49-F238E27FC236}">
              <a16:creationId xmlns:a16="http://schemas.microsoft.com/office/drawing/2014/main" id="{255B97AC-9E55-E2CC-3A8F-72B3984B3C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5:notes">
            <a:extLst>
              <a:ext uri="{FF2B5EF4-FFF2-40B4-BE49-F238E27FC236}">
                <a16:creationId xmlns:a16="http://schemas.microsoft.com/office/drawing/2014/main" id="{B362150B-56A3-4CA1-5DDB-BA8415AD203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5:notes">
            <a:extLst>
              <a:ext uri="{FF2B5EF4-FFF2-40B4-BE49-F238E27FC236}">
                <a16:creationId xmlns:a16="http://schemas.microsoft.com/office/drawing/2014/main" id="{A17135A0-9AE5-CA00-8A79-92E2894DAA8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4181097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>
          <a:extLst>
            <a:ext uri="{FF2B5EF4-FFF2-40B4-BE49-F238E27FC236}">
              <a16:creationId xmlns:a16="http://schemas.microsoft.com/office/drawing/2014/main" id="{BB16B57F-7730-7C24-D6C1-C1E8387FA9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5:notes">
            <a:extLst>
              <a:ext uri="{FF2B5EF4-FFF2-40B4-BE49-F238E27FC236}">
                <a16:creationId xmlns:a16="http://schemas.microsoft.com/office/drawing/2014/main" id="{CA3F571F-2392-8AF0-077B-FA2ED404466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Ray, switch to editor, show </a:t>
            </a:r>
            <a:r>
              <a:rPr lang="en-US" dirty="0" err="1"/>
              <a:t>helloWorld.bxs</a:t>
            </a:r>
            <a:r>
              <a:rPr lang="en-US" dirty="0"/>
              <a:t>, run it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9" name="Google Shape;189;p5:notes">
            <a:extLst>
              <a:ext uri="{FF2B5EF4-FFF2-40B4-BE49-F238E27FC236}">
                <a16:creationId xmlns:a16="http://schemas.microsoft.com/office/drawing/2014/main" id="{5321424E-9350-0066-1DB7-460E47CB58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8011847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>
          <a:extLst>
            <a:ext uri="{FF2B5EF4-FFF2-40B4-BE49-F238E27FC236}">
              <a16:creationId xmlns:a16="http://schemas.microsoft.com/office/drawing/2014/main" id="{20DF69C3-C316-3ADA-F798-47D1F6C488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5:notes">
            <a:extLst>
              <a:ext uri="{FF2B5EF4-FFF2-40B4-BE49-F238E27FC236}">
                <a16:creationId xmlns:a16="http://schemas.microsoft.com/office/drawing/2014/main" id="{150ED247-62B1-296B-7562-55C1F09F277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Can extend java class</a:t>
            </a:r>
            <a:endParaRPr dirty="0"/>
          </a:p>
        </p:txBody>
      </p:sp>
      <p:sp>
        <p:nvSpPr>
          <p:cNvPr id="189" name="Google Shape;189;p5:notes">
            <a:extLst>
              <a:ext uri="{FF2B5EF4-FFF2-40B4-BE49-F238E27FC236}">
                <a16:creationId xmlns:a16="http://schemas.microsoft.com/office/drawing/2014/main" id="{85AEB138-35C1-B766-EBCA-561FCF20C82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0137468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>
          <a:extLst>
            <a:ext uri="{FF2B5EF4-FFF2-40B4-BE49-F238E27FC236}">
              <a16:creationId xmlns:a16="http://schemas.microsoft.com/office/drawing/2014/main" id="{CA84F979-D5AA-5B5B-6620-48D0235D22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5:notes">
            <a:extLst>
              <a:ext uri="{FF2B5EF4-FFF2-40B4-BE49-F238E27FC236}">
                <a16:creationId xmlns:a16="http://schemas.microsoft.com/office/drawing/2014/main" id="{DA7D212B-A7F6-25A9-0967-526158453FA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Can extend java class</a:t>
            </a:r>
            <a:endParaRPr dirty="0"/>
          </a:p>
        </p:txBody>
      </p:sp>
      <p:sp>
        <p:nvSpPr>
          <p:cNvPr id="189" name="Google Shape;189;p5:notes">
            <a:extLst>
              <a:ext uri="{FF2B5EF4-FFF2-40B4-BE49-F238E27FC236}">
                <a16:creationId xmlns:a16="http://schemas.microsoft.com/office/drawing/2014/main" id="{E11854C2-3700-F9E4-1985-4F257E7829F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0876376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>
          <a:extLst>
            <a:ext uri="{FF2B5EF4-FFF2-40B4-BE49-F238E27FC236}">
              <a16:creationId xmlns:a16="http://schemas.microsoft.com/office/drawing/2014/main" id="{541AF22F-EB41-4195-CB0E-32A65BF778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5:notes">
            <a:extLst>
              <a:ext uri="{FF2B5EF4-FFF2-40B4-BE49-F238E27FC236}">
                <a16:creationId xmlns:a16="http://schemas.microsoft.com/office/drawing/2014/main" id="{23DB12B2-6549-72E0-6E13-8F335109C53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remember that the core types wrap java </a:t>
            </a:r>
            <a:r>
              <a:rPr lang="en-US" dirty="0" err="1"/>
              <a:t>obs</a:t>
            </a:r>
            <a:r>
              <a:rPr lang="en-US" dirty="0"/>
              <a:t> and add stuff on top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show array example - https://boxlang.ortusbooks.com/boxlang-language/reference/types/array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9" name="Google Shape;189;p5:notes">
            <a:extLst>
              <a:ext uri="{FF2B5EF4-FFF2-40B4-BE49-F238E27FC236}">
                <a16:creationId xmlns:a16="http://schemas.microsoft.com/office/drawing/2014/main" id="{80F0ABA3-8431-7AE6-67DE-D356E6CDF66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8602219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>
          <a:extLst>
            <a:ext uri="{FF2B5EF4-FFF2-40B4-BE49-F238E27FC236}">
              <a16:creationId xmlns:a16="http://schemas.microsoft.com/office/drawing/2014/main" id="{D32E4096-A206-F888-8903-F390EE322E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5:notes">
            <a:extLst>
              <a:ext uri="{FF2B5EF4-FFF2-40B4-BE49-F238E27FC236}">
                <a16:creationId xmlns:a16="http://schemas.microsoft.com/office/drawing/2014/main" id="{530F01AE-FB14-DCD9-4A38-EE20104EE11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remember that the core types wrap java </a:t>
            </a:r>
            <a:r>
              <a:rPr lang="en-US" dirty="0" err="1"/>
              <a:t>obs</a:t>
            </a:r>
            <a:r>
              <a:rPr lang="en-US" dirty="0"/>
              <a:t> and add stuff on top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show array example - https://boxlang.ortusbooks.com/boxlang-language/reference/types/array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9" name="Google Shape;189;p5:notes">
            <a:extLst>
              <a:ext uri="{FF2B5EF4-FFF2-40B4-BE49-F238E27FC236}">
                <a16:creationId xmlns:a16="http://schemas.microsoft.com/office/drawing/2014/main" id="{A2E96AA2-E31E-1E33-BA3F-3F9347F048D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3167701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>
          <a:extLst>
            <a:ext uri="{FF2B5EF4-FFF2-40B4-BE49-F238E27FC236}">
              <a16:creationId xmlns:a16="http://schemas.microsoft.com/office/drawing/2014/main" id="{4F1469FE-DF2F-C1C4-406E-671EF4F026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5:notes">
            <a:extLst>
              <a:ext uri="{FF2B5EF4-FFF2-40B4-BE49-F238E27FC236}">
                <a16:creationId xmlns:a16="http://schemas.microsoft.com/office/drawing/2014/main" id="{6E8D8C3D-4625-AB5E-850C-24E659417F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remember that the core types wrap java </a:t>
            </a:r>
            <a:r>
              <a:rPr lang="en-US" dirty="0" err="1"/>
              <a:t>obs</a:t>
            </a:r>
            <a:r>
              <a:rPr lang="en-US" dirty="0"/>
              <a:t> and add stuff on top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show array example - https://boxlang.ortusbooks.com/boxlang-language/reference/types/array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9" name="Google Shape;189;p5:notes">
            <a:extLst>
              <a:ext uri="{FF2B5EF4-FFF2-40B4-BE49-F238E27FC236}">
                <a16:creationId xmlns:a16="http://schemas.microsoft.com/office/drawing/2014/main" id="{97BA010B-AC0F-2A65-08DE-3DDFE8C6D87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1390879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>
          <a:extLst>
            <a:ext uri="{FF2B5EF4-FFF2-40B4-BE49-F238E27FC236}">
              <a16:creationId xmlns:a16="http://schemas.microsoft.com/office/drawing/2014/main" id="{35CDAFE0-EF43-B6EA-EB00-13DFF9637E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5:notes">
            <a:extLst>
              <a:ext uri="{FF2B5EF4-FFF2-40B4-BE49-F238E27FC236}">
                <a16:creationId xmlns:a16="http://schemas.microsoft.com/office/drawing/2014/main" id="{A55A2A8B-8C4A-CABE-DE65-CA57B328E72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remember that the core types wrap java </a:t>
            </a:r>
            <a:r>
              <a:rPr lang="en-US" dirty="0" err="1"/>
              <a:t>obs</a:t>
            </a:r>
            <a:r>
              <a:rPr lang="en-US" dirty="0"/>
              <a:t> and add stuff on top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show array example - https://boxlang.ortusbooks.com/boxlang-language/reference/types/array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9" name="Google Shape;189;p5:notes">
            <a:extLst>
              <a:ext uri="{FF2B5EF4-FFF2-40B4-BE49-F238E27FC236}">
                <a16:creationId xmlns:a16="http://schemas.microsoft.com/office/drawing/2014/main" id="{53D6B558-3690-33AE-1F46-5BCDE8A97B2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8087745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>
          <a:extLst>
            <a:ext uri="{FF2B5EF4-FFF2-40B4-BE49-F238E27FC236}">
              <a16:creationId xmlns:a16="http://schemas.microsoft.com/office/drawing/2014/main" id="{D79C6436-EF17-1427-2B0F-0E8B1EE41A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5:notes">
            <a:extLst>
              <a:ext uri="{FF2B5EF4-FFF2-40B4-BE49-F238E27FC236}">
                <a16:creationId xmlns:a16="http://schemas.microsoft.com/office/drawing/2014/main" id="{5464E2C5-FA88-2C58-4BB3-CDC2642C3E8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Can extend java class</a:t>
            </a:r>
            <a:endParaRPr dirty="0"/>
          </a:p>
        </p:txBody>
      </p:sp>
      <p:sp>
        <p:nvSpPr>
          <p:cNvPr id="189" name="Google Shape;189;p5:notes">
            <a:extLst>
              <a:ext uri="{FF2B5EF4-FFF2-40B4-BE49-F238E27FC236}">
                <a16:creationId xmlns:a16="http://schemas.microsoft.com/office/drawing/2014/main" id="{C7A6AB97-84D3-C31E-CA2E-2108913D493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5048985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>
          <a:extLst>
            <a:ext uri="{FF2B5EF4-FFF2-40B4-BE49-F238E27FC236}">
              <a16:creationId xmlns:a16="http://schemas.microsoft.com/office/drawing/2014/main" id="{DD9229AB-022B-5C44-4D0D-5FCE8D31BB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5:notes">
            <a:extLst>
              <a:ext uri="{FF2B5EF4-FFF2-40B4-BE49-F238E27FC236}">
                <a16:creationId xmlns:a16="http://schemas.microsoft.com/office/drawing/2014/main" id="{A8F37F07-40A9-5EB6-B582-11976618BB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Can extend java class</a:t>
            </a:r>
            <a:endParaRPr dirty="0"/>
          </a:p>
        </p:txBody>
      </p:sp>
      <p:sp>
        <p:nvSpPr>
          <p:cNvPr id="189" name="Google Shape;189;p5:notes">
            <a:extLst>
              <a:ext uri="{FF2B5EF4-FFF2-40B4-BE49-F238E27FC236}">
                <a16:creationId xmlns:a16="http://schemas.microsoft.com/office/drawing/2014/main" id="{AD18AC52-E5E8-CD4B-FE7A-CC70BC70E6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304910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>
          <a:extLst>
            <a:ext uri="{FF2B5EF4-FFF2-40B4-BE49-F238E27FC236}">
              <a16:creationId xmlns:a16="http://schemas.microsoft.com/office/drawing/2014/main" id="{22A57F78-380F-55EC-84F1-A3D469EB3B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5:notes">
            <a:extLst>
              <a:ext uri="{FF2B5EF4-FFF2-40B4-BE49-F238E27FC236}">
                <a16:creationId xmlns:a16="http://schemas.microsoft.com/office/drawing/2014/main" id="{9058DA3B-4BC1-F360-DB6C-45B16D38E6C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remember that the core types wrap java </a:t>
            </a:r>
            <a:r>
              <a:rPr lang="en-US" dirty="0" err="1"/>
              <a:t>obs</a:t>
            </a:r>
            <a:r>
              <a:rPr lang="en-US" dirty="0"/>
              <a:t> and add stuff on top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show array example - https://boxlang.ortusbooks.com/boxlang-language/reference/types/array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9" name="Google Shape;189;p5:notes">
            <a:extLst>
              <a:ext uri="{FF2B5EF4-FFF2-40B4-BE49-F238E27FC236}">
                <a16:creationId xmlns:a16="http://schemas.microsoft.com/office/drawing/2014/main" id="{E7F3734F-1A01-6F8D-D305-AB4D04571B4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961092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>
          <a:extLst>
            <a:ext uri="{FF2B5EF4-FFF2-40B4-BE49-F238E27FC236}">
              <a16:creationId xmlns:a16="http://schemas.microsoft.com/office/drawing/2014/main" id="{905C42C0-1487-C7D8-38BE-EFC18C0235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5:notes">
            <a:extLst>
              <a:ext uri="{FF2B5EF4-FFF2-40B4-BE49-F238E27FC236}">
                <a16:creationId xmlns:a16="http://schemas.microsoft.com/office/drawing/2014/main" id="{2EE4F3E7-82B0-BABF-50AF-478C31D4D29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remember that the core types wrap java </a:t>
            </a:r>
            <a:r>
              <a:rPr lang="en-US" dirty="0" err="1"/>
              <a:t>obs</a:t>
            </a:r>
            <a:r>
              <a:rPr lang="en-US" dirty="0"/>
              <a:t> and add stuff on top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show array example - https://boxlang.ortusbooks.com/boxlang-language/reference/types/array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9" name="Google Shape;189;p5:notes">
            <a:extLst>
              <a:ext uri="{FF2B5EF4-FFF2-40B4-BE49-F238E27FC236}">
                <a16:creationId xmlns:a16="http://schemas.microsoft.com/office/drawing/2014/main" id="{03C59B95-2436-C917-7F0B-10174FBCF6F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1177017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>
          <a:extLst>
            <a:ext uri="{FF2B5EF4-FFF2-40B4-BE49-F238E27FC236}">
              <a16:creationId xmlns:a16="http://schemas.microsoft.com/office/drawing/2014/main" id="{37CC35A5-89BC-16F6-B6F4-4024A577CB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5:notes">
            <a:extLst>
              <a:ext uri="{FF2B5EF4-FFF2-40B4-BE49-F238E27FC236}">
                <a16:creationId xmlns:a16="http://schemas.microsoft.com/office/drawing/2014/main" id="{11367F1B-E38A-323D-6344-0EC79215F7B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Can extend java class</a:t>
            </a:r>
            <a:endParaRPr dirty="0"/>
          </a:p>
        </p:txBody>
      </p:sp>
      <p:sp>
        <p:nvSpPr>
          <p:cNvPr id="189" name="Google Shape;189;p5:notes">
            <a:extLst>
              <a:ext uri="{FF2B5EF4-FFF2-40B4-BE49-F238E27FC236}">
                <a16:creationId xmlns:a16="http://schemas.microsoft.com/office/drawing/2014/main" id="{8D5C2971-673F-2FD0-70FC-65A75FE1E99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9692004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>
          <a:extLst>
            <a:ext uri="{FF2B5EF4-FFF2-40B4-BE49-F238E27FC236}">
              <a16:creationId xmlns:a16="http://schemas.microsoft.com/office/drawing/2014/main" id="{E26F98B1-8B34-879F-D8ED-5BA0381B6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5:notes">
            <a:extLst>
              <a:ext uri="{FF2B5EF4-FFF2-40B4-BE49-F238E27FC236}">
                <a16:creationId xmlns:a16="http://schemas.microsoft.com/office/drawing/2014/main" id="{279A2C7D-FE05-9951-051E-D055399A10E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remember that the core types wrap java </a:t>
            </a:r>
            <a:r>
              <a:rPr lang="en-US" dirty="0" err="1"/>
              <a:t>obs</a:t>
            </a:r>
            <a:r>
              <a:rPr lang="en-US" dirty="0"/>
              <a:t> and add stuff on top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show array example - https://boxlang.ortusbooks.com/boxlang-language/reference/types/array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9" name="Google Shape;189;p5:notes">
            <a:extLst>
              <a:ext uri="{FF2B5EF4-FFF2-40B4-BE49-F238E27FC236}">
                <a16:creationId xmlns:a16="http://schemas.microsoft.com/office/drawing/2014/main" id="{1DA4E84D-79DD-CC15-209C-17808CEC743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6839468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>
          <a:extLst>
            <a:ext uri="{FF2B5EF4-FFF2-40B4-BE49-F238E27FC236}">
              <a16:creationId xmlns:a16="http://schemas.microsoft.com/office/drawing/2014/main" id="{A1F36B6E-515F-C1EE-E287-DC11EB1BEE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5:notes">
            <a:extLst>
              <a:ext uri="{FF2B5EF4-FFF2-40B4-BE49-F238E27FC236}">
                <a16:creationId xmlns:a16="http://schemas.microsoft.com/office/drawing/2014/main" id="{768AB369-559F-BB1F-4ECE-B38CAA9C277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remember that the core types wrap java </a:t>
            </a:r>
            <a:r>
              <a:rPr lang="en-US" dirty="0" err="1"/>
              <a:t>obs</a:t>
            </a:r>
            <a:r>
              <a:rPr lang="en-US" dirty="0"/>
              <a:t> and add stuff on top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show array example - https://boxlang.ortusbooks.com/boxlang-language/reference/types/array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9" name="Google Shape;189;p5:notes">
            <a:extLst>
              <a:ext uri="{FF2B5EF4-FFF2-40B4-BE49-F238E27FC236}">
                <a16:creationId xmlns:a16="http://schemas.microsoft.com/office/drawing/2014/main" id="{855E3FC5-F141-E728-9669-1CD2BE63506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0553545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>
          <a:extLst>
            <a:ext uri="{FF2B5EF4-FFF2-40B4-BE49-F238E27FC236}">
              <a16:creationId xmlns:a16="http://schemas.microsoft.com/office/drawing/2014/main" id="{10387C23-95D3-2DC1-D115-082DDA0CF4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5:notes">
            <a:extLst>
              <a:ext uri="{FF2B5EF4-FFF2-40B4-BE49-F238E27FC236}">
                <a16:creationId xmlns:a16="http://schemas.microsoft.com/office/drawing/2014/main" id="{F060E12F-6E75-0063-C1D2-958E39AFF1D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remember that the core types wrap java </a:t>
            </a:r>
            <a:r>
              <a:rPr lang="en-US" dirty="0" err="1"/>
              <a:t>obs</a:t>
            </a:r>
            <a:r>
              <a:rPr lang="en-US" dirty="0"/>
              <a:t> and add stuff on top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show array example - https://boxlang.ortusbooks.com/boxlang-language/reference/types/array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9" name="Google Shape;189;p5:notes">
            <a:extLst>
              <a:ext uri="{FF2B5EF4-FFF2-40B4-BE49-F238E27FC236}">
                <a16:creationId xmlns:a16="http://schemas.microsoft.com/office/drawing/2014/main" id="{B920EDCA-6EA6-15B5-E64A-80C8B196089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0444142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>
          <a:extLst>
            <a:ext uri="{FF2B5EF4-FFF2-40B4-BE49-F238E27FC236}">
              <a16:creationId xmlns:a16="http://schemas.microsoft.com/office/drawing/2014/main" id="{C830998F-47C6-777A-F11E-537C7D585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5:notes">
            <a:extLst>
              <a:ext uri="{FF2B5EF4-FFF2-40B4-BE49-F238E27FC236}">
                <a16:creationId xmlns:a16="http://schemas.microsoft.com/office/drawing/2014/main" id="{86DC2BFB-7DCE-5D93-F096-CA797EE6C67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remember that the core types wrap java </a:t>
            </a:r>
            <a:r>
              <a:rPr lang="en-US" dirty="0" err="1"/>
              <a:t>obs</a:t>
            </a:r>
            <a:r>
              <a:rPr lang="en-US" dirty="0"/>
              <a:t> and add stuff on top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show array example - https://boxlang.ortusbooks.com/boxlang-language/reference/types/array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9" name="Google Shape;189;p5:notes">
            <a:extLst>
              <a:ext uri="{FF2B5EF4-FFF2-40B4-BE49-F238E27FC236}">
                <a16:creationId xmlns:a16="http://schemas.microsoft.com/office/drawing/2014/main" id="{1442ED25-CC04-EC8D-1C91-837A719CF55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9952619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>
          <a:extLst>
            <a:ext uri="{FF2B5EF4-FFF2-40B4-BE49-F238E27FC236}">
              <a16:creationId xmlns:a16="http://schemas.microsoft.com/office/drawing/2014/main" id="{7452F45D-0565-88AB-2019-5E17815BD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5:notes">
            <a:extLst>
              <a:ext uri="{FF2B5EF4-FFF2-40B4-BE49-F238E27FC236}">
                <a16:creationId xmlns:a16="http://schemas.microsoft.com/office/drawing/2014/main" id="{F5037E8F-FD80-B356-6FA7-A3D4676D15B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remember that the core types wrap java </a:t>
            </a:r>
            <a:r>
              <a:rPr lang="en-US" dirty="0" err="1"/>
              <a:t>obs</a:t>
            </a:r>
            <a:r>
              <a:rPr lang="en-US" dirty="0"/>
              <a:t> and add stuff on top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show array example - https://boxlang.ortusbooks.com/boxlang-language/reference/types/array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9" name="Google Shape;189;p5:notes">
            <a:extLst>
              <a:ext uri="{FF2B5EF4-FFF2-40B4-BE49-F238E27FC236}">
                <a16:creationId xmlns:a16="http://schemas.microsoft.com/office/drawing/2014/main" id="{70427D8B-DC05-E340-C512-D039C58303B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2175541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>
          <a:extLst>
            <a:ext uri="{FF2B5EF4-FFF2-40B4-BE49-F238E27FC236}">
              <a16:creationId xmlns:a16="http://schemas.microsoft.com/office/drawing/2014/main" id="{532F564D-41F1-9820-D9AE-8E67363497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5:notes">
            <a:extLst>
              <a:ext uri="{FF2B5EF4-FFF2-40B4-BE49-F238E27FC236}">
                <a16:creationId xmlns:a16="http://schemas.microsoft.com/office/drawing/2014/main" id="{1A0EE3F4-EF86-7918-E302-393B8D55AFD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Can extend java class</a:t>
            </a:r>
            <a:endParaRPr dirty="0"/>
          </a:p>
        </p:txBody>
      </p:sp>
      <p:sp>
        <p:nvSpPr>
          <p:cNvPr id="189" name="Google Shape;189;p5:notes">
            <a:extLst>
              <a:ext uri="{FF2B5EF4-FFF2-40B4-BE49-F238E27FC236}">
                <a16:creationId xmlns:a16="http://schemas.microsoft.com/office/drawing/2014/main" id="{4AF75F46-EC3C-71D0-7521-57AB1266504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6157485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>
          <a:extLst>
            <a:ext uri="{FF2B5EF4-FFF2-40B4-BE49-F238E27FC236}">
              <a16:creationId xmlns:a16="http://schemas.microsoft.com/office/drawing/2014/main" id="{889E2A21-6121-0846-D1A6-8C75807FCF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5:notes">
            <a:extLst>
              <a:ext uri="{FF2B5EF4-FFF2-40B4-BE49-F238E27FC236}">
                <a16:creationId xmlns:a16="http://schemas.microsoft.com/office/drawing/2014/main" id="{7E94D7C8-9077-4C4E-9156-26520699975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remember that the core types wrap java </a:t>
            </a:r>
            <a:r>
              <a:rPr lang="en-US" dirty="0" err="1"/>
              <a:t>obs</a:t>
            </a:r>
            <a:r>
              <a:rPr lang="en-US" dirty="0"/>
              <a:t> and add stuff on top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show array example - https://boxlang.ortusbooks.com/boxlang-language/reference/types/array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9" name="Google Shape;189;p5:notes">
            <a:extLst>
              <a:ext uri="{FF2B5EF4-FFF2-40B4-BE49-F238E27FC236}">
                <a16:creationId xmlns:a16="http://schemas.microsoft.com/office/drawing/2014/main" id="{DDA105F8-41D6-06D4-6B99-8919B5E59A8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4535370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>
          <a:extLst>
            <a:ext uri="{FF2B5EF4-FFF2-40B4-BE49-F238E27FC236}">
              <a16:creationId xmlns:a16="http://schemas.microsoft.com/office/drawing/2014/main" id="{2089F2E6-CF79-B888-F846-082485D92E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5:notes">
            <a:extLst>
              <a:ext uri="{FF2B5EF4-FFF2-40B4-BE49-F238E27FC236}">
                <a16:creationId xmlns:a16="http://schemas.microsoft.com/office/drawing/2014/main" id="{6B0BFC37-A858-6F4D-3CCF-6B634DB1DBC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remember that the core types wrap java </a:t>
            </a:r>
            <a:r>
              <a:rPr lang="en-US" dirty="0" err="1"/>
              <a:t>obs</a:t>
            </a:r>
            <a:r>
              <a:rPr lang="en-US" dirty="0"/>
              <a:t> and add stuff on top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show array example - https://boxlang.ortusbooks.com/boxlang-language/reference/types/array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9" name="Google Shape;189;p5:notes">
            <a:extLst>
              <a:ext uri="{FF2B5EF4-FFF2-40B4-BE49-F238E27FC236}">
                <a16:creationId xmlns:a16="http://schemas.microsoft.com/office/drawing/2014/main" id="{7FA962A0-9E0F-F378-7099-AE55DE888C0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333420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>
          <a:extLst>
            <a:ext uri="{FF2B5EF4-FFF2-40B4-BE49-F238E27FC236}">
              <a16:creationId xmlns:a16="http://schemas.microsoft.com/office/drawing/2014/main" id="{C04DC513-6410-6F8B-395C-7B7C2F4C9C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5:notes">
            <a:extLst>
              <a:ext uri="{FF2B5EF4-FFF2-40B4-BE49-F238E27FC236}">
                <a16:creationId xmlns:a16="http://schemas.microsoft.com/office/drawing/2014/main" id="{65E37818-0B39-9FE1-2312-957C348B0D6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remember that the core types wrap java </a:t>
            </a:r>
            <a:r>
              <a:rPr lang="en-US" dirty="0" err="1"/>
              <a:t>obs</a:t>
            </a:r>
            <a:r>
              <a:rPr lang="en-US" dirty="0"/>
              <a:t> and add stuff on top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show array example - https://boxlang.ortusbooks.com/boxlang-language/reference/types/array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9" name="Google Shape;189;p5:notes">
            <a:extLst>
              <a:ext uri="{FF2B5EF4-FFF2-40B4-BE49-F238E27FC236}">
                <a16:creationId xmlns:a16="http://schemas.microsoft.com/office/drawing/2014/main" id="{6BCA905B-6160-1A91-3AE8-530B965A2DB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993315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>
          <a:extLst>
            <a:ext uri="{FF2B5EF4-FFF2-40B4-BE49-F238E27FC236}">
              <a16:creationId xmlns:a16="http://schemas.microsoft.com/office/drawing/2014/main" id="{22404C29-20E3-17B6-A075-3D9255E6B3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5:notes">
            <a:extLst>
              <a:ext uri="{FF2B5EF4-FFF2-40B4-BE49-F238E27FC236}">
                <a16:creationId xmlns:a16="http://schemas.microsoft.com/office/drawing/2014/main" id="{24B2DED0-E504-50AD-B2F7-ABC120CF52B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remember that the core types wrap java </a:t>
            </a:r>
            <a:r>
              <a:rPr lang="en-US" dirty="0" err="1"/>
              <a:t>obs</a:t>
            </a:r>
            <a:r>
              <a:rPr lang="en-US" dirty="0"/>
              <a:t> and add stuff on top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show array example - https://boxlang.ortusbooks.com/boxlang-language/reference/types/array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9" name="Google Shape;189;p5:notes">
            <a:extLst>
              <a:ext uri="{FF2B5EF4-FFF2-40B4-BE49-F238E27FC236}">
                <a16:creationId xmlns:a16="http://schemas.microsoft.com/office/drawing/2014/main" id="{64D456EE-350E-EEA1-8876-B5C91A77AF6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1868310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>
          <a:extLst>
            <a:ext uri="{FF2B5EF4-FFF2-40B4-BE49-F238E27FC236}">
              <a16:creationId xmlns:a16="http://schemas.microsoft.com/office/drawing/2014/main" id="{51AAE08C-8BF7-8CC1-A4C0-21D85B107B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5:notes">
            <a:extLst>
              <a:ext uri="{FF2B5EF4-FFF2-40B4-BE49-F238E27FC236}">
                <a16:creationId xmlns:a16="http://schemas.microsoft.com/office/drawing/2014/main" id="{BC1AAF4B-E08E-97C1-0484-BFA0DF7B9B6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remember that the core types wrap java </a:t>
            </a:r>
            <a:r>
              <a:rPr lang="en-US" dirty="0" err="1"/>
              <a:t>obs</a:t>
            </a:r>
            <a:r>
              <a:rPr lang="en-US" dirty="0"/>
              <a:t> and add stuff on top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show array example - https://boxlang.ortusbooks.com/boxlang-language/reference/types/array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9" name="Google Shape;189;p5:notes">
            <a:extLst>
              <a:ext uri="{FF2B5EF4-FFF2-40B4-BE49-F238E27FC236}">
                <a16:creationId xmlns:a16="http://schemas.microsoft.com/office/drawing/2014/main" id="{FC443782-974C-B8D8-D9CC-2ECA8B925F0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2514425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>
          <a:extLst>
            <a:ext uri="{FF2B5EF4-FFF2-40B4-BE49-F238E27FC236}">
              <a16:creationId xmlns:a16="http://schemas.microsoft.com/office/drawing/2014/main" id="{3F6EC812-23BF-1E12-825B-3466A75C37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5:notes">
            <a:extLst>
              <a:ext uri="{FF2B5EF4-FFF2-40B4-BE49-F238E27FC236}">
                <a16:creationId xmlns:a16="http://schemas.microsoft.com/office/drawing/2014/main" id="{DA698A45-1AE7-2049-F197-F6C8DF6E7CA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Can extend java class</a:t>
            </a:r>
            <a:endParaRPr dirty="0"/>
          </a:p>
        </p:txBody>
      </p:sp>
      <p:sp>
        <p:nvSpPr>
          <p:cNvPr id="189" name="Google Shape;189;p5:notes">
            <a:extLst>
              <a:ext uri="{FF2B5EF4-FFF2-40B4-BE49-F238E27FC236}">
                <a16:creationId xmlns:a16="http://schemas.microsoft.com/office/drawing/2014/main" id="{45D1E5BA-CB1A-485B-FBE1-78DA2E07D40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4650710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>
          <a:extLst>
            <a:ext uri="{FF2B5EF4-FFF2-40B4-BE49-F238E27FC236}">
              <a16:creationId xmlns:a16="http://schemas.microsoft.com/office/drawing/2014/main" id="{07558326-AC37-3904-72C5-BB0F3C0F27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5:notes">
            <a:extLst>
              <a:ext uri="{FF2B5EF4-FFF2-40B4-BE49-F238E27FC236}">
                <a16:creationId xmlns:a16="http://schemas.microsoft.com/office/drawing/2014/main" id="{0291380D-0158-4279-AA3B-5A7FF6F7CAD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remember that the core types wrap java </a:t>
            </a:r>
            <a:r>
              <a:rPr lang="en-US" dirty="0" err="1"/>
              <a:t>obs</a:t>
            </a:r>
            <a:r>
              <a:rPr lang="en-US" dirty="0"/>
              <a:t> and add stuff on top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show array example - https://boxlang.ortusbooks.com/boxlang-language/reference/types/array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9" name="Google Shape;189;p5:notes">
            <a:extLst>
              <a:ext uri="{FF2B5EF4-FFF2-40B4-BE49-F238E27FC236}">
                <a16:creationId xmlns:a16="http://schemas.microsoft.com/office/drawing/2014/main" id="{86057D92-6FAB-E2C8-7AC1-6DF8DCF08B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00980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>
          <a:extLst>
            <a:ext uri="{FF2B5EF4-FFF2-40B4-BE49-F238E27FC236}">
              <a16:creationId xmlns:a16="http://schemas.microsoft.com/office/drawing/2014/main" id="{18285C9A-7EA3-FC80-1D3A-1F5965B807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5:notes">
            <a:extLst>
              <a:ext uri="{FF2B5EF4-FFF2-40B4-BE49-F238E27FC236}">
                <a16:creationId xmlns:a16="http://schemas.microsoft.com/office/drawing/2014/main" id="{C8CB8555-E5D1-7F52-3178-74C8BFCBE64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remember that the core types wrap java </a:t>
            </a:r>
            <a:r>
              <a:rPr lang="en-US" dirty="0" err="1"/>
              <a:t>obs</a:t>
            </a:r>
            <a:r>
              <a:rPr lang="en-US" dirty="0"/>
              <a:t> and add stuff on top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show array example - https://boxlang.ortusbooks.com/boxlang-language/reference/types/array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9" name="Google Shape;189;p5:notes">
            <a:extLst>
              <a:ext uri="{FF2B5EF4-FFF2-40B4-BE49-F238E27FC236}">
                <a16:creationId xmlns:a16="http://schemas.microsoft.com/office/drawing/2014/main" id="{BE166E0D-D341-E284-A900-C463CB33018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628255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>
          <a:extLst>
            <a:ext uri="{FF2B5EF4-FFF2-40B4-BE49-F238E27FC236}">
              <a16:creationId xmlns:a16="http://schemas.microsoft.com/office/drawing/2014/main" id="{48E02AF5-EA51-8485-C390-E9856C1D24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5:notes">
            <a:extLst>
              <a:ext uri="{FF2B5EF4-FFF2-40B4-BE49-F238E27FC236}">
                <a16:creationId xmlns:a16="http://schemas.microsoft.com/office/drawing/2014/main" id="{2D628745-CC4C-D8F0-AB60-0089767FB16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remember that the core types wrap java </a:t>
            </a:r>
            <a:r>
              <a:rPr lang="en-US" dirty="0" err="1"/>
              <a:t>obs</a:t>
            </a:r>
            <a:r>
              <a:rPr lang="en-US" dirty="0"/>
              <a:t> and add stuff on top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show array example - https://boxlang.ortusbooks.com/boxlang-language/reference/types/array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9" name="Google Shape;189;p5:notes">
            <a:extLst>
              <a:ext uri="{FF2B5EF4-FFF2-40B4-BE49-F238E27FC236}">
                <a16:creationId xmlns:a16="http://schemas.microsoft.com/office/drawing/2014/main" id="{D22E9FE5-C86E-070F-810A-DCA88551227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8739541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>
          <a:extLst>
            <a:ext uri="{FF2B5EF4-FFF2-40B4-BE49-F238E27FC236}">
              <a16:creationId xmlns:a16="http://schemas.microsoft.com/office/drawing/2014/main" id="{72755016-416B-963B-3713-D6C5DECCF7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5:notes">
            <a:extLst>
              <a:ext uri="{FF2B5EF4-FFF2-40B4-BE49-F238E27FC236}">
                <a16:creationId xmlns:a16="http://schemas.microsoft.com/office/drawing/2014/main" id="{F644A566-FFC1-8D1A-E678-A9A294D50CB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Can extend java class</a:t>
            </a:r>
            <a:endParaRPr dirty="0"/>
          </a:p>
        </p:txBody>
      </p:sp>
      <p:sp>
        <p:nvSpPr>
          <p:cNvPr id="189" name="Google Shape;189;p5:notes">
            <a:extLst>
              <a:ext uri="{FF2B5EF4-FFF2-40B4-BE49-F238E27FC236}">
                <a16:creationId xmlns:a16="http://schemas.microsoft.com/office/drawing/2014/main" id="{1FB9A290-AA1D-E94F-F740-035EEA920C1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26815456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>
          <a:extLst>
            <a:ext uri="{FF2B5EF4-FFF2-40B4-BE49-F238E27FC236}">
              <a16:creationId xmlns:a16="http://schemas.microsoft.com/office/drawing/2014/main" id="{ED926552-2DBA-C85B-980A-880912CE9C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5:notes">
            <a:extLst>
              <a:ext uri="{FF2B5EF4-FFF2-40B4-BE49-F238E27FC236}">
                <a16:creationId xmlns:a16="http://schemas.microsoft.com/office/drawing/2014/main" id="{0679906D-777F-4F51-42E2-20C8C1DC98E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remember that the core types wrap java </a:t>
            </a:r>
            <a:r>
              <a:rPr lang="en-US" dirty="0" err="1"/>
              <a:t>obs</a:t>
            </a:r>
            <a:r>
              <a:rPr lang="en-US" dirty="0"/>
              <a:t> and add stuff on top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show array example - https://boxlang.ortusbooks.com/boxlang-language/reference/types/array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9" name="Google Shape;189;p5:notes">
            <a:extLst>
              <a:ext uri="{FF2B5EF4-FFF2-40B4-BE49-F238E27FC236}">
                <a16:creationId xmlns:a16="http://schemas.microsoft.com/office/drawing/2014/main" id="{7FC4BA4B-7989-174B-37C7-6E39D6BD6D9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61815385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>
          <a:extLst>
            <a:ext uri="{FF2B5EF4-FFF2-40B4-BE49-F238E27FC236}">
              <a16:creationId xmlns:a16="http://schemas.microsoft.com/office/drawing/2014/main" id="{A98CACDA-68B5-8289-6F25-C92CED1DD6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5:notes">
            <a:extLst>
              <a:ext uri="{FF2B5EF4-FFF2-40B4-BE49-F238E27FC236}">
                <a16:creationId xmlns:a16="http://schemas.microsoft.com/office/drawing/2014/main" id="{5C55385B-2801-15AD-CA67-0381CFE2CF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remember that the core types wrap java </a:t>
            </a:r>
            <a:r>
              <a:rPr lang="en-US" dirty="0" err="1"/>
              <a:t>obs</a:t>
            </a:r>
            <a:r>
              <a:rPr lang="en-US" dirty="0"/>
              <a:t> and add stuff on top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show array example - https://boxlang.ortusbooks.com/boxlang-language/reference/types/array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9" name="Google Shape;189;p5:notes">
            <a:extLst>
              <a:ext uri="{FF2B5EF4-FFF2-40B4-BE49-F238E27FC236}">
                <a16:creationId xmlns:a16="http://schemas.microsoft.com/office/drawing/2014/main" id="{88420CF2-E53E-6770-781A-28257C1F508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4554443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3" name="Google Shape;483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1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22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2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3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23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23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23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2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5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5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5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2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6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6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6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2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7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8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8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7.png"/><Relationship Id="rId3" Type="http://schemas.openxmlformats.org/officeDocument/2006/relationships/image" Target="../media/image1.png"/><Relationship Id="rId7" Type="http://schemas.openxmlformats.org/officeDocument/2006/relationships/image" Target="../media/image10.png"/><Relationship Id="rId12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3.png"/><Relationship Id="rId10" Type="http://schemas.openxmlformats.org/officeDocument/2006/relationships/image" Target="../media/image13.png"/><Relationship Id="rId4" Type="http://schemas.openxmlformats.org/officeDocument/2006/relationships/image" Target="../media/image15.png"/><Relationship Id="rId9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marketplace.visualstudio.com/items?itemName=ortus-solutions.vscode-boxlang" TargetMode="External"/><Relationship Id="rId5" Type="http://schemas.openxmlformats.org/officeDocument/2006/relationships/hyperlink" Target="https://boxlang.ortusbooks.com/getting-started/installation" TargetMode="Externa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jpe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boxlang.ortusbooks.com/boxlang-language/reference/types" TargetMode="Externa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boxlang.ortusbooks.com/boxlang-language/reference/lexical-elements/scopes" TargetMode="External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boxlang.ortusbooks.com/boxlang-framework/modularity" TargetMode="External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boxlang.ortusbooks.com/getting-started/running-boxlang/aws-lambda" TargetMode="External"/><Relationship Id="rId4" Type="http://schemas.openxmlformats.org/officeDocument/2006/relationships/image" Target="../media/image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3.pn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6.png"/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13.png"/><Relationship Id="rId5" Type="http://schemas.openxmlformats.org/officeDocument/2006/relationships/image" Target="../media/image3.png"/><Relationship Id="rId10" Type="http://schemas.openxmlformats.org/officeDocument/2006/relationships/image" Target="../media/image12.png"/><Relationship Id="rId4" Type="http://schemas.openxmlformats.org/officeDocument/2006/relationships/image" Target="../media/image15.png"/><Relationship Id="rId9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4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17591" b="-17591"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164" name="Google Shape;164;p4"/>
          <p:cNvGrpSpPr/>
          <p:nvPr/>
        </p:nvGrpSpPr>
        <p:grpSpPr>
          <a:xfrm>
            <a:off x="-6051342" y="-6357042"/>
            <a:ext cx="31856303" cy="22274891"/>
            <a:chOff x="0" y="-1"/>
            <a:chExt cx="42475070" cy="29699854"/>
          </a:xfrm>
        </p:grpSpPr>
        <p:sp>
          <p:nvSpPr>
            <p:cNvPr id="165" name="Google Shape;165;p4"/>
            <p:cNvSpPr/>
            <p:nvPr/>
          </p:nvSpPr>
          <p:spPr>
            <a:xfrm rot="4124422">
              <a:off x="14327677" y="3258808"/>
              <a:ext cx="22068306" cy="22040721"/>
            </a:xfrm>
            <a:custGeom>
              <a:avLst/>
              <a:gdLst/>
              <a:ahLst/>
              <a:cxnLst/>
              <a:rect l="l" t="t" r="r" b="b"/>
              <a:pathLst>
                <a:path w="22068306" h="22040721" extrusionOk="0">
                  <a:moveTo>
                    <a:pt x="0" y="0"/>
                  </a:moveTo>
                  <a:lnTo>
                    <a:pt x="22068306" y="0"/>
                  </a:lnTo>
                  <a:lnTo>
                    <a:pt x="22068306" y="22040721"/>
                  </a:lnTo>
                  <a:lnTo>
                    <a:pt x="0" y="22040721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6" name="Google Shape;166;p4"/>
            <p:cNvSpPr/>
            <p:nvPr/>
          </p:nvSpPr>
          <p:spPr>
            <a:xfrm rot="-9088373">
              <a:off x="21587024" y="8029141"/>
              <a:ext cx="17504077" cy="18621359"/>
            </a:xfrm>
            <a:custGeom>
              <a:avLst/>
              <a:gdLst/>
              <a:ahLst/>
              <a:cxnLst/>
              <a:rect l="l" t="t" r="r" b="b"/>
              <a:pathLst>
                <a:path w="17504077" h="18621359" extrusionOk="0">
                  <a:moveTo>
                    <a:pt x="0" y="0"/>
                  </a:moveTo>
                  <a:lnTo>
                    <a:pt x="17504078" y="0"/>
                  </a:lnTo>
                  <a:lnTo>
                    <a:pt x="17504078" y="18621359"/>
                  </a:lnTo>
                  <a:lnTo>
                    <a:pt x="0" y="1862135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 amt="65999"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7" name="Google Shape;167;p4"/>
            <p:cNvSpPr/>
            <p:nvPr/>
          </p:nvSpPr>
          <p:spPr>
            <a:xfrm rot="1794495">
              <a:off x="2804490" y="4652010"/>
              <a:ext cx="14119029" cy="15020243"/>
            </a:xfrm>
            <a:custGeom>
              <a:avLst/>
              <a:gdLst/>
              <a:ahLst/>
              <a:cxnLst/>
              <a:rect l="l" t="t" r="r" b="b"/>
              <a:pathLst>
                <a:path w="14119029" h="15020243" extrusionOk="0">
                  <a:moveTo>
                    <a:pt x="0" y="0"/>
                  </a:moveTo>
                  <a:lnTo>
                    <a:pt x="14119029" y="0"/>
                  </a:lnTo>
                  <a:lnTo>
                    <a:pt x="14119029" y="15020243"/>
                  </a:lnTo>
                  <a:lnTo>
                    <a:pt x="0" y="1502024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 amt="55000"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68" name="Google Shape;168;p4"/>
          <p:cNvSpPr txBox="1"/>
          <p:nvPr/>
        </p:nvSpPr>
        <p:spPr>
          <a:xfrm>
            <a:off x="13371135" y="8949055"/>
            <a:ext cx="3888165" cy="3092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1" u="none" strike="noStrike" cap="none">
                <a:solidFill>
                  <a:srgbClr val="F6F6F6"/>
                </a:solidFill>
                <a:latin typeface="Poppins"/>
                <a:ea typeface="Poppins"/>
                <a:cs typeface="Poppins"/>
                <a:sym typeface="Poppins"/>
              </a:rPr>
              <a:t>www.intothebox.org</a:t>
            </a:r>
            <a:endParaRPr/>
          </a:p>
        </p:txBody>
      </p:sp>
      <p:sp>
        <p:nvSpPr>
          <p:cNvPr id="175" name="Google Shape;175;p4"/>
          <p:cNvSpPr txBox="1"/>
          <p:nvPr/>
        </p:nvSpPr>
        <p:spPr>
          <a:xfrm>
            <a:off x="1357122" y="3704079"/>
            <a:ext cx="15573757" cy="1154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 dirty="0">
                <a:solidFill>
                  <a:srgbClr val="F6F6F6"/>
                </a:solidFill>
                <a:latin typeface="Poppins"/>
                <a:ea typeface="Poppins"/>
                <a:cs typeface="Poppins"/>
                <a:sym typeface="Poppins"/>
              </a:rPr>
              <a:t>Getting Started with </a:t>
            </a:r>
            <a:r>
              <a:rPr lang="en-US" sz="7500" b="1" i="0" u="none" strike="noStrike" cap="none" dirty="0" err="1">
                <a:solidFill>
                  <a:srgbClr val="F6F6F6"/>
                </a:solidFill>
                <a:latin typeface="Poppins"/>
                <a:ea typeface="Poppins"/>
                <a:cs typeface="Poppins"/>
                <a:sym typeface="Poppins"/>
              </a:rPr>
              <a:t>BoxLang</a:t>
            </a:r>
            <a:endParaRPr dirty="0"/>
          </a:p>
        </p:txBody>
      </p:sp>
      <p:grpSp>
        <p:nvGrpSpPr>
          <p:cNvPr id="176" name="Google Shape;176;p4"/>
          <p:cNvGrpSpPr/>
          <p:nvPr/>
        </p:nvGrpSpPr>
        <p:grpSpPr>
          <a:xfrm>
            <a:off x="8357931" y="1620927"/>
            <a:ext cx="1235554" cy="278501"/>
            <a:chOff x="0" y="0"/>
            <a:chExt cx="1647405" cy="371335"/>
          </a:xfrm>
        </p:grpSpPr>
        <p:grpSp>
          <p:nvGrpSpPr>
            <p:cNvPr id="177" name="Google Shape;177;p4"/>
            <p:cNvGrpSpPr/>
            <p:nvPr/>
          </p:nvGrpSpPr>
          <p:grpSpPr>
            <a:xfrm>
              <a:off x="0" y="0"/>
              <a:ext cx="371335" cy="371335"/>
              <a:chOff x="0" y="0"/>
              <a:chExt cx="812800" cy="812800"/>
            </a:xfrm>
          </p:grpSpPr>
          <p:sp>
            <p:nvSpPr>
              <p:cNvPr id="178" name="Google Shape;178;p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sq" cmpd="sng">
                <a:solidFill>
                  <a:srgbClr val="03FF78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" name="Google Shape;179;p4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80" name="Google Shape;180;p4"/>
            <p:cNvGrpSpPr/>
            <p:nvPr/>
          </p:nvGrpSpPr>
          <p:grpSpPr>
            <a:xfrm>
              <a:off x="638035" y="0"/>
              <a:ext cx="371335" cy="371335"/>
              <a:chOff x="0" y="0"/>
              <a:chExt cx="812800" cy="812800"/>
            </a:xfrm>
          </p:grpSpPr>
          <p:sp>
            <p:nvSpPr>
              <p:cNvPr id="181" name="Google Shape;181;p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sq" cmpd="sng">
                <a:solidFill>
                  <a:srgbClr val="03FF78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" name="Google Shape;182;p4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83" name="Google Shape;183;p4"/>
            <p:cNvGrpSpPr/>
            <p:nvPr/>
          </p:nvGrpSpPr>
          <p:grpSpPr>
            <a:xfrm>
              <a:off x="1276070" y="0"/>
              <a:ext cx="371335" cy="371335"/>
              <a:chOff x="0" y="0"/>
              <a:chExt cx="812800" cy="812800"/>
            </a:xfrm>
          </p:grpSpPr>
          <p:sp>
            <p:nvSpPr>
              <p:cNvPr id="184" name="Google Shape;184;p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sq" cmpd="sng">
                <a:solidFill>
                  <a:srgbClr val="03FF78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" name="Google Shape;185;p4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86" name="Google Shape;186;p4"/>
          <p:cNvSpPr/>
          <p:nvPr/>
        </p:nvSpPr>
        <p:spPr>
          <a:xfrm>
            <a:off x="15649744" y="1028700"/>
            <a:ext cx="1609556" cy="1871577"/>
          </a:xfrm>
          <a:custGeom>
            <a:avLst/>
            <a:gdLst/>
            <a:ahLst/>
            <a:cxnLst/>
            <a:rect l="l" t="t" r="r" b="b"/>
            <a:pathLst>
              <a:path w="1609556" h="1871577" extrusionOk="0">
                <a:moveTo>
                  <a:pt x="0" y="0"/>
                </a:moveTo>
                <a:lnTo>
                  <a:pt x="1609556" y="0"/>
                </a:lnTo>
                <a:lnTo>
                  <a:pt x="1609556" y="1871577"/>
                </a:lnTo>
                <a:lnTo>
                  <a:pt x="0" y="187157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>
    <p:push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3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17591" b="-17591"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130" name="Google Shape;130;p3"/>
          <p:cNvGrpSpPr/>
          <p:nvPr/>
        </p:nvGrpSpPr>
        <p:grpSpPr>
          <a:xfrm>
            <a:off x="0" y="9351219"/>
            <a:ext cx="18288000" cy="935781"/>
            <a:chOff x="0" y="-57150"/>
            <a:chExt cx="4816593" cy="246461"/>
          </a:xfrm>
        </p:grpSpPr>
        <p:sp>
          <p:nvSpPr>
            <p:cNvPr id="131" name="Google Shape;131;p3"/>
            <p:cNvSpPr/>
            <p:nvPr/>
          </p:nvSpPr>
          <p:spPr>
            <a:xfrm>
              <a:off x="0" y="0"/>
              <a:ext cx="4816592" cy="189311"/>
            </a:xfrm>
            <a:custGeom>
              <a:avLst/>
              <a:gdLst/>
              <a:ahLst/>
              <a:cxnLst/>
              <a:rect l="l" t="t" r="r" b="b"/>
              <a:pathLst>
                <a:path w="4816592" h="189311" extrusionOk="0">
                  <a:moveTo>
                    <a:pt x="0" y="0"/>
                  </a:moveTo>
                  <a:lnTo>
                    <a:pt x="4816592" y="0"/>
                  </a:lnTo>
                  <a:lnTo>
                    <a:pt x="4816592" y="189311"/>
                  </a:lnTo>
                  <a:lnTo>
                    <a:pt x="0" y="189311"/>
                  </a:lnTo>
                  <a:close/>
                </a:path>
              </a:pathLst>
            </a:custGeom>
            <a:solidFill>
              <a:srgbClr val="272A38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2" name="Google Shape;132;p3"/>
            <p:cNvSpPr txBox="1"/>
            <p:nvPr/>
          </p:nvSpPr>
          <p:spPr>
            <a:xfrm>
              <a:off x="0" y="-57150"/>
              <a:ext cx="4816593" cy="2464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3" name="Google Shape;133;p3"/>
          <p:cNvGrpSpPr/>
          <p:nvPr/>
        </p:nvGrpSpPr>
        <p:grpSpPr>
          <a:xfrm>
            <a:off x="-6260140" y="-7574779"/>
            <a:ext cx="32621445" cy="27143527"/>
            <a:chOff x="-1" y="0"/>
            <a:chExt cx="43495260" cy="36191370"/>
          </a:xfrm>
        </p:grpSpPr>
        <p:sp>
          <p:nvSpPr>
            <p:cNvPr id="134" name="Google Shape;134;p3"/>
            <p:cNvSpPr/>
            <p:nvPr/>
          </p:nvSpPr>
          <p:spPr>
            <a:xfrm rot="-9088373">
              <a:off x="3383969" y="14520658"/>
              <a:ext cx="17504077" cy="18621359"/>
            </a:xfrm>
            <a:custGeom>
              <a:avLst/>
              <a:gdLst/>
              <a:ahLst/>
              <a:cxnLst/>
              <a:rect l="l" t="t" r="r" b="b"/>
              <a:pathLst>
                <a:path w="17504077" h="18621359" extrusionOk="0">
                  <a:moveTo>
                    <a:pt x="0" y="0"/>
                  </a:moveTo>
                  <a:lnTo>
                    <a:pt x="17504077" y="0"/>
                  </a:lnTo>
                  <a:lnTo>
                    <a:pt x="17504077" y="18621359"/>
                  </a:lnTo>
                  <a:lnTo>
                    <a:pt x="0" y="1862135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 amt="65999"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5" name="Google Shape;135;p3"/>
            <p:cNvSpPr/>
            <p:nvPr/>
          </p:nvSpPr>
          <p:spPr>
            <a:xfrm rot="-9088373">
              <a:off x="22607213" y="3049353"/>
              <a:ext cx="17504077" cy="18621359"/>
            </a:xfrm>
            <a:custGeom>
              <a:avLst/>
              <a:gdLst/>
              <a:ahLst/>
              <a:cxnLst/>
              <a:rect l="l" t="t" r="r" b="b"/>
              <a:pathLst>
                <a:path w="17504077" h="18621359" extrusionOk="0">
                  <a:moveTo>
                    <a:pt x="0" y="0"/>
                  </a:moveTo>
                  <a:lnTo>
                    <a:pt x="17504077" y="0"/>
                  </a:lnTo>
                  <a:lnTo>
                    <a:pt x="17504077" y="18621358"/>
                  </a:lnTo>
                  <a:lnTo>
                    <a:pt x="0" y="1862135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 amt="65999"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36" name="Google Shape;136;p3"/>
          <p:cNvSpPr/>
          <p:nvPr/>
        </p:nvSpPr>
        <p:spPr>
          <a:xfrm>
            <a:off x="15649744" y="1028700"/>
            <a:ext cx="1609556" cy="1871577"/>
          </a:xfrm>
          <a:custGeom>
            <a:avLst/>
            <a:gdLst/>
            <a:ahLst/>
            <a:cxnLst/>
            <a:rect l="l" t="t" r="r" b="b"/>
            <a:pathLst>
              <a:path w="1609556" h="1871577" extrusionOk="0">
                <a:moveTo>
                  <a:pt x="0" y="0"/>
                </a:moveTo>
                <a:lnTo>
                  <a:pt x="1609556" y="0"/>
                </a:lnTo>
                <a:lnTo>
                  <a:pt x="1609556" y="1871577"/>
                </a:lnTo>
                <a:lnTo>
                  <a:pt x="0" y="187157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7" name="Google Shape;137;p3"/>
          <p:cNvSpPr/>
          <p:nvPr/>
        </p:nvSpPr>
        <p:spPr>
          <a:xfrm>
            <a:off x="880272" y="1469274"/>
            <a:ext cx="4880013" cy="4880013"/>
          </a:xfrm>
          <a:custGeom>
            <a:avLst/>
            <a:gdLst/>
            <a:ahLst/>
            <a:cxnLst/>
            <a:rect l="l" t="t" r="r" b="b"/>
            <a:pathLst>
              <a:path w="812800" h="812800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FF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3"/>
          <p:cNvSpPr/>
          <p:nvPr/>
        </p:nvSpPr>
        <p:spPr>
          <a:xfrm>
            <a:off x="16812912" y="8909560"/>
            <a:ext cx="446388" cy="348740"/>
          </a:xfrm>
          <a:custGeom>
            <a:avLst/>
            <a:gdLst/>
            <a:ahLst/>
            <a:cxnLst/>
            <a:rect l="l" t="t" r="r" b="b"/>
            <a:pathLst>
              <a:path w="446388" h="348740" extrusionOk="0">
                <a:moveTo>
                  <a:pt x="0" y="0"/>
                </a:moveTo>
                <a:lnTo>
                  <a:pt x="446388" y="0"/>
                </a:lnTo>
                <a:lnTo>
                  <a:pt x="446388" y="348740"/>
                </a:lnTo>
                <a:lnTo>
                  <a:pt x="0" y="3487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9" name="Google Shape;139;p3"/>
          <p:cNvSpPr/>
          <p:nvPr/>
        </p:nvSpPr>
        <p:spPr>
          <a:xfrm>
            <a:off x="12036436" y="4004379"/>
            <a:ext cx="295133" cy="288694"/>
          </a:xfrm>
          <a:custGeom>
            <a:avLst/>
            <a:gdLst/>
            <a:ahLst/>
            <a:cxnLst/>
            <a:rect l="l" t="t" r="r" b="b"/>
            <a:pathLst>
              <a:path w="295133" h="288694" extrusionOk="0">
                <a:moveTo>
                  <a:pt x="0" y="0"/>
                </a:moveTo>
                <a:lnTo>
                  <a:pt x="295133" y="0"/>
                </a:lnTo>
                <a:lnTo>
                  <a:pt x="295133" y="288694"/>
                </a:lnTo>
                <a:lnTo>
                  <a:pt x="0" y="2886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0" name="Google Shape;140;p3"/>
          <p:cNvSpPr/>
          <p:nvPr/>
        </p:nvSpPr>
        <p:spPr>
          <a:xfrm>
            <a:off x="6173452" y="3980326"/>
            <a:ext cx="336801" cy="336801"/>
          </a:xfrm>
          <a:custGeom>
            <a:avLst/>
            <a:gdLst/>
            <a:ahLst/>
            <a:cxnLst/>
            <a:rect l="l" t="t" r="r" b="b"/>
            <a:pathLst>
              <a:path w="336801" h="336801" extrusionOk="0">
                <a:moveTo>
                  <a:pt x="0" y="0"/>
                </a:moveTo>
                <a:lnTo>
                  <a:pt x="336801" y="0"/>
                </a:lnTo>
                <a:lnTo>
                  <a:pt x="336801" y="336801"/>
                </a:lnTo>
                <a:lnTo>
                  <a:pt x="0" y="33680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1" name="Google Shape;141;p3"/>
          <p:cNvSpPr/>
          <p:nvPr/>
        </p:nvSpPr>
        <p:spPr>
          <a:xfrm>
            <a:off x="8584024" y="4046849"/>
            <a:ext cx="316569" cy="203755"/>
          </a:xfrm>
          <a:custGeom>
            <a:avLst/>
            <a:gdLst/>
            <a:ahLst/>
            <a:cxnLst/>
            <a:rect l="l" t="t" r="r" b="b"/>
            <a:pathLst>
              <a:path w="316569" h="203755" extrusionOk="0">
                <a:moveTo>
                  <a:pt x="0" y="0"/>
                </a:moveTo>
                <a:lnTo>
                  <a:pt x="316569" y="0"/>
                </a:lnTo>
                <a:lnTo>
                  <a:pt x="316569" y="203755"/>
                </a:lnTo>
                <a:lnTo>
                  <a:pt x="0" y="2037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143" name="Google Shape;143;p3"/>
          <p:cNvGrpSpPr/>
          <p:nvPr/>
        </p:nvGrpSpPr>
        <p:grpSpPr>
          <a:xfrm>
            <a:off x="6173452" y="1668456"/>
            <a:ext cx="5619864" cy="716318"/>
            <a:chOff x="0" y="-57150"/>
            <a:chExt cx="1480129" cy="188660"/>
          </a:xfrm>
        </p:grpSpPr>
        <p:sp>
          <p:nvSpPr>
            <p:cNvPr id="144" name="Google Shape;144;p3"/>
            <p:cNvSpPr/>
            <p:nvPr/>
          </p:nvSpPr>
          <p:spPr>
            <a:xfrm>
              <a:off x="0" y="0"/>
              <a:ext cx="1480129" cy="131510"/>
            </a:xfrm>
            <a:custGeom>
              <a:avLst/>
              <a:gdLst/>
              <a:ahLst/>
              <a:cxnLst/>
              <a:rect l="l" t="t" r="r" b="b"/>
              <a:pathLst>
                <a:path w="1480129" h="131510" extrusionOk="0">
                  <a:moveTo>
                    <a:pt x="35818" y="0"/>
                  </a:moveTo>
                  <a:lnTo>
                    <a:pt x="1444311" y="0"/>
                  </a:lnTo>
                  <a:cubicBezTo>
                    <a:pt x="1464093" y="0"/>
                    <a:pt x="1480129" y="16036"/>
                    <a:pt x="1480129" y="35818"/>
                  </a:cubicBezTo>
                  <a:lnTo>
                    <a:pt x="1480129" y="95692"/>
                  </a:lnTo>
                  <a:cubicBezTo>
                    <a:pt x="1480129" y="105192"/>
                    <a:pt x="1476355" y="114302"/>
                    <a:pt x="1469638" y="121019"/>
                  </a:cubicBezTo>
                  <a:cubicBezTo>
                    <a:pt x="1462921" y="127736"/>
                    <a:pt x="1453811" y="131510"/>
                    <a:pt x="1444311" y="131510"/>
                  </a:cubicBezTo>
                  <a:lnTo>
                    <a:pt x="35818" y="131510"/>
                  </a:lnTo>
                  <a:cubicBezTo>
                    <a:pt x="26318" y="131510"/>
                    <a:pt x="17208" y="127736"/>
                    <a:pt x="10491" y="121019"/>
                  </a:cubicBezTo>
                  <a:cubicBezTo>
                    <a:pt x="3774" y="114302"/>
                    <a:pt x="0" y="105192"/>
                    <a:pt x="0" y="95692"/>
                  </a:cubicBezTo>
                  <a:lnTo>
                    <a:pt x="0" y="35818"/>
                  </a:lnTo>
                  <a:cubicBezTo>
                    <a:pt x="0" y="26318"/>
                    <a:pt x="3774" y="17208"/>
                    <a:pt x="10491" y="10491"/>
                  </a:cubicBezTo>
                  <a:cubicBezTo>
                    <a:pt x="17208" y="3774"/>
                    <a:pt x="26318" y="0"/>
                    <a:pt x="35818" y="0"/>
                  </a:cubicBezTo>
                  <a:close/>
                </a:path>
              </a:pathLst>
            </a:custGeom>
            <a:solidFill>
              <a:srgbClr val="00FF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3"/>
            <p:cNvSpPr txBox="1"/>
            <p:nvPr/>
          </p:nvSpPr>
          <p:spPr>
            <a:xfrm>
              <a:off x="0" y="-57150"/>
              <a:ext cx="1480129" cy="1886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6" name="Google Shape;146;p3"/>
          <p:cNvSpPr txBox="1"/>
          <p:nvPr/>
        </p:nvSpPr>
        <p:spPr>
          <a:xfrm>
            <a:off x="6173459" y="2624289"/>
            <a:ext cx="10636500" cy="115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 dirty="0">
                <a:solidFill>
                  <a:srgbClr val="F6F6F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Raymond Camden</a:t>
            </a:r>
            <a:endParaRPr dirty="0"/>
          </a:p>
        </p:txBody>
      </p:sp>
      <p:sp>
        <p:nvSpPr>
          <p:cNvPr id="147" name="Google Shape;147;p3"/>
          <p:cNvSpPr txBox="1"/>
          <p:nvPr/>
        </p:nvSpPr>
        <p:spPr>
          <a:xfrm>
            <a:off x="6173452" y="4507627"/>
            <a:ext cx="10862654" cy="1292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31806" marR="0" lvl="1" indent="-215903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6F6F6"/>
              </a:buClr>
              <a:buSzPts val="2000"/>
              <a:buFont typeface="Arial"/>
              <a:buChar char="•"/>
            </a:pPr>
            <a:r>
              <a:rPr lang="en-US" sz="2000" b="0" i="0" u="none" strike="noStrike" cap="none" dirty="0" err="1">
                <a:solidFill>
                  <a:srgbClr val="F6F6F6"/>
                </a:solidFill>
                <a:latin typeface="Poppins"/>
                <a:ea typeface="Poppins"/>
                <a:cs typeface="Poppins"/>
                <a:sym typeface="Poppins"/>
              </a:rPr>
              <a:t>BoxLang</a:t>
            </a:r>
            <a:r>
              <a:rPr lang="en-US" sz="2000" b="0" i="0" u="none" strike="noStrike" cap="none" dirty="0">
                <a:solidFill>
                  <a:srgbClr val="F6F6F6"/>
                </a:solidFill>
                <a:latin typeface="Poppins"/>
                <a:ea typeface="Poppins"/>
                <a:cs typeface="Poppins"/>
                <a:sym typeface="Poppins"/>
              </a:rPr>
              <a:t> Developer Evangelist</a:t>
            </a:r>
            <a:endParaRPr dirty="0"/>
          </a:p>
          <a:p>
            <a:pPr marL="431806" marR="0" lvl="1" indent="-215903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6F6F6"/>
              </a:buClr>
              <a:buSzPts val="2000"/>
              <a:buFont typeface="Arial"/>
              <a:buChar char="•"/>
            </a:pPr>
            <a:r>
              <a:rPr lang="en-US" sz="2000" b="0" i="0" u="none" strike="noStrike" cap="none" dirty="0">
                <a:solidFill>
                  <a:srgbClr val="F6F6F6"/>
                </a:solidFill>
                <a:latin typeface="Poppins"/>
                <a:ea typeface="Poppins"/>
                <a:cs typeface="Poppins"/>
                <a:sym typeface="Poppins"/>
              </a:rPr>
              <a:t>Enterprise Cat Demo Builder</a:t>
            </a:r>
            <a:endParaRPr dirty="0"/>
          </a:p>
          <a:p>
            <a:pPr marL="431806" marR="0" lvl="1" indent="-215903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6F6F6"/>
              </a:buClr>
              <a:buSzPts val="2000"/>
              <a:buFont typeface="Arial"/>
              <a:buChar char="•"/>
            </a:pPr>
            <a:r>
              <a:rPr lang="en-US" sz="2000" b="0" i="0" u="none" strike="noStrike" cap="none" dirty="0">
                <a:solidFill>
                  <a:srgbClr val="F6F6F6"/>
                </a:solidFill>
                <a:latin typeface="Poppins"/>
                <a:ea typeface="Poppins"/>
                <a:cs typeface="Poppins"/>
                <a:sym typeface="Poppins"/>
              </a:rPr>
              <a:t>Blogging at raymondcamden.com</a:t>
            </a:r>
            <a:endParaRPr dirty="0"/>
          </a:p>
        </p:txBody>
      </p:sp>
      <p:sp>
        <p:nvSpPr>
          <p:cNvPr id="148" name="Google Shape;148;p3"/>
          <p:cNvSpPr txBox="1"/>
          <p:nvPr/>
        </p:nvSpPr>
        <p:spPr>
          <a:xfrm>
            <a:off x="6488250" y="1978825"/>
            <a:ext cx="4990200" cy="4737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99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Developer Evangelist</a:t>
            </a:r>
            <a:endParaRPr dirty="0"/>
          </a:p>
        </p:txBody>
      </p:sp>
      <p:sp>
        <p:nvSpPr>
          <p:cNvPr id="149" name="Google Shape;149;p3"/>
          <p:cNvSpPr txBox="1"/>
          <p:nvPr/>
        </p:nvSpPr>
        <p:spPr>
          <a:xfrm>
            <a:off x="6575492" y="3940129"/>
            <a:ext cx="1941857" cy="406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7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F6F6F6"/>
                </a:solidFill>
                <a:latin typeface="Poppins"/>
                <a:ea typeface="Poppins"/>
                <a:cs typeface="Poppins"/>
                <a:sym typeface="Poppins"/>
              </a:rPr>
              <a:t>@</a:t>
            </a:r>
            <a:r>
              <a:rPr lang="en-US" sz="1500" dirty="0">
                <a:solidFill>
                  <a:srgbClr val="F6F6F6"/>
                </a:solidFill>
                <a:latin typeface="Poppins"/>
                <a:ea typeface="Poppins"/>
                <a:cs typeface="Poppins"/>
                <a:sym typeface="Poppins"/>
              </a:rPr>
              <a:t>raymondcamden</a:t>
            </a:r>
            <a:endParaRPr dirty="0"/>
          </a:p>
        </p:txBody>
      </p:sp>
      <p:sp>
        <p:nvSpPr>
          <p:cNvPr id="150" name="Google Shape;150;p3"/>
          <p:cNvSpPr txBox="1"/>
          <p:nvPr/>
        </p:nvSpPr>
        <p:spPr>
          <a:xfrm>
            <a:off x="8967268" y="3940129"/>
            <a:ext cx="3053158" cy="406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7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F6F6F6"/>
                </a:solidFill>
                <a:latin typeface="Poppins"/>
                <a:ea typeface="Poppins"/>
                <a:cs typeface="Poppins"/>
                <a:sym typeface="Poppins"/>
              </a:rPr>
              <a:t>raymondcamden@gmail.com</a:t>
            </a:r>
            <a:endParaRPr dirty="0"/>
          </a:p>
        </p:txBody>
      </p:sp>
      <p:sp>
        <p:nvSpPr>
          <p:cNvPr id="151" name="Google Shape;151;p3"/>
          <p:cNvSpPr txBox="1"/>
          <p:nvPr/>
        </p:nvSpPr>
        <p:spPr>
          <a:xfrm>
            <a:off x="12398244" y="3940129"/>
            <a:ext cx="2269624" cy="406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7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F6F6F6"/>
                </a:solidFill>
                <a:latin typeface="Poppins"/>
                <a:ea typeface="Poppins"/>
                <a:cs typeface="Poppins"/>
                <a:sym typeface="Poppins"/>
              </a:rPr>
              <a:t>@cfjedimaster</a:t>
            </a:r>
            <a:endParaRPr dirty="0"/>
          </a:p>
        </p:txBody>
      </p:sp>
      <p:sp>
        <p:nvSpPr>
          <p:cNvPr id="153" name="Google Shape;153;p3"/>
          <p:cNvSpPr/>
          <p:nvPr/>
        </p:nvSpPr>
        <p:spPr>
          <a:xfrm>
            <a:off x="12010184" y="9568210"/>
            <a:ext cx="1310722" cy="636166"/>
          </a:xfrm>
          <a:custGeom>
            <a:avLst/>
            <a:gdLst/>
            <a:ahLst/>
            <a:cxnLst/>
            <a:rect l="l" t="t" r="r" b="b"/>
            <a:pathLst>
              <a:path w="1310722" h="636166" extrusionOk="0">
                <a:moveTo>
                  <a:pt x="0" y="0"/>
                </a:moveTo>
                <a:lnTo>
                  <a:pt x="1310723" y="0"/>
                </a:lnTo>
                <a:lnTo>
                  <a:pt x="1310723" y="636167"/>
                </a:lnTo>
                <a:lnTo>
                  <a:pt x="0" y="63616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4" name="Google Shape;154;p3"/>
          <p:cNvSpPr/>
          <p:nvPr/>
        </p:nvSpPr>
        <p:spPr>
          <a:xfrm>
            <a:off x="13749532" y="9708181"/>
            <a:ext cx="1344971" cy="409377"/>
          </a:xfrm>
          <a:custGeom>
            <a:avLst/>
            <a:gdLst/>
            <a:ahLst/>
            <a:cxnLst/>
            <a:rect l="l" t="t" r="r" b="b"/>
            <a:pathLst>
              <a:path w="1344971" h="409377" extrusionOk="0">
                <a:moveTo>
                  <a:pt x="0" y="0"/>
                </a:moveTo>
                <a:lnTo>
                  <a:pt x="1344971" y="0"/>
                </a:lnTo>
                <a:lnTo>
                  <a:pt x="1344971" y="409377"/>
                </a:lnTo>
                <a:lnTo>
                  <a:pt x="0" y="40937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 b="-64268"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5" name="Google Shape;155;p3"/>
          <p:cNvSpPr/>
          <p:nvPr/>
        </p:nvSpPr>
        <p:spPr>
          <a:xfrm>
            <a:off x="7625985" y="9648603"/>
            <a:ext cx="1716939" cy="558005"/>
          </a:xfrm>
          <a:custGeom>
            <a:avLst/>
            <a:gdLst/>
            <a:ahLst/>
            <a:cxnLst/>
            <a:rect l="l" t="t" r="r" b="b"/>
            <a:pathLst>
              <a:path w="1716939" h="558005" extrusionOk="0">
                <a:moveTo>
                  <a:pt x="0" y="0"/>
                </a:moveTo>
                <a:lnTo>
                  <a:pt x="1716939" y="0"/>
                </a:lnTo>
                <a:lnTo>
                  <a:pt x="1716939" y="558005"/>
                </a:lnTo>
                <a:lnTo>
                  <a:pt x="0" y="55800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2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6" name="Google Shape;156;p3"/>
          <p:cNvSpPr/>
          <p:nvPr/>
        </p:nvSpPr>
        <p:spPr>
          <a:xfrm>
            <a:off x="9771549" y="9663605"/>
            <a:ext cx="1810011" cy="543003"/>
          </a:xfrm>
          <a:custGeom>
            <a:avLst/>
            <a:gdLst/>
            <a:ahLst/>
            <a:cxnLst/>
            <a:rect l="l" t="t" r="r" b="b"/>
            <a:pathLst>
              <a:path w="1810011" h="543003" extrusionOk="0">
                <a:moveTo>
                  <a:pt x="0" y="0"/>
                </a:moveTo>
                <a:lnTo>
                  <a:pt x="1810010" y="0"/>
                </a:lnTo>
                <a:lnTo>
                  <a:pt x="1810010" y="543003"/>
                </a:lnTo>
                <a:lnTo>
                  <a:pt x="0" y="54300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7" name="Google Shape;157;p3"/>
          <p:cNvSpPr/>
          <p:nvPr/>
        </p:nvSpPr>
        <p:spPr>
          <a:xfrm>
            <a:off x="5368187" y="9794612"/>
            <a:ext cx="1829174" cy="265987"/>
          </a:xfrm>
          <a:custGeom>
            <a:avLst/>
            <a:gdLst/>
            <a:ahLst/>
            <a:cxnLst/>
            <a:rect l="l" t="t" r="r" b="b"/>
            <a:pathLst>
              <a:path w="1829174" h="265987" extrusionOk="0">
                <a:moveTo>
                  <a:pt x="0" y="0"/>
                </a:moveTo>
                <a:lnTo>
                  <a:pt x="1829173" y="0"/>
                </a:lnTo>
                <a:lnTo>
                  <a:pt x="1829173" y="265987"/>
                </a:lnTo>
                <a:lnTo>
                  <a:pt x="0" y="26598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8" name="Google Shape;158;p3"/>
          <p:cNvSpPr/>
          <p:nvPr/>
        </p:nvSpPr>
        <p:spPr>
          <a:xfrm>
            <a:off x="2826428" y="9708181"/>
            <a:ext cx="2114931" cy="438848"/>
          </a:xfrm>
          <a:custGeom>
            <a:avLst/>
            <a:gdLst/>
            <a:ahLst/>
            <a:cxnLst/>
            <a:rect l="l" t="t" r="r" b="b"/>
            <a:pathLst>
              <a:path w="2114931" h="438848" extrusionOk="0">
                <a:moveTo>
                  <a:pt x="0" y="0"/>
                </a:moveTo>
                <a:lnTo>
                  <a:pt x="2114931" y="0"/>
                </a:lnTo>
                <a:lnTo>
                  <a:pt x="2114931" y="438848"/>
                </a:lnTo>
                <a:lnTo>
                  <a:pt x="0" y="4388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5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8" dur="100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/>
                                        <p:tgtEl>
                                          <p:spTgt spid="1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1000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/>
                                        <p:tgtEl>
                                          <p:spTgt spid="1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/>
                                        <p:tgtEl>
                                          <p:spTgt spid="1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>
          <a:extLst>
            <a:ext uri="{FF2B5EF4-FFF2-40B4-BE49-F238E27FC236}">
              <a16:creationId xmlns:a16="http://schemas.microsoft.com/office/drawing/2014/main" id="{8BCC4A4E-A05A-4CBA-D95E-6659514CE0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>
            <a:extLst>
              <a:ext uri="{FF2B5EF4-FFF2-40B4-BE49-F238E27FC236}">
                <a16:creationId xmlns:a16="http://schemas.microsoft.com/office/drawing/2014/main" id="{EC458607-F29F-48D8-3EC9-C6B9094E4CF2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17591" b="-17591"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85" name="Google Shape;85;p1">
            <a:extLst>
              <a:ext uri="{FF2B5EF4-FFF2-40B4-BE49-F238E27FC236}">
                <a16:creationId xmlns:a16="http://schemas.microsoft.com/office/drawing/2014/main" id="{C9B24846-9379-BBF3-B24A-D2C2EAE2199E}"/>
              </a:ext>
            </a:extLst>
          </p:cNvPr>
          <p:cNvGrpSpPr/>
          <p:nvPr/>
        </p:nvGrpSpPr>
        <p:grpSpPr>
          <a:xfrm>
            <a:off x="0" y="9351219"/>
            <a:ext cx="18288000" cy="935781"/>
            <a:chOff x="0" y="-57150"/>
            <a:chExt cx="4816593" cy="246461"/>
          </a:xfrm>
        </p:grpSpPr>
        <p:sp>
          <p:nvSpPr>
            <p:cNvPr id="86" name="Google Shape;86;p1">
              <a:extLst>
                <a:ext uri="{FF2B5EF4-FFF2-40B4-BE49-F238E27FC236}">
                  <a16:creationId xmlns:a16="http://schemas.microsoft.com/office/drawing/2014/main" id="{0E6ACEB1-7219-E3C2-1688-F83AADC9704B}"/>
                </a:ext>
              </a:extLst>
            </p:cNvPr>
            <p:cNvSpPr/>
            <p:nvPr/>
          </p:nvSpPr>
          <p:spPr>
            <a:xfrm>
              <a:off x="0" y="0"/>
              <a:ext cx="4816592" cy="189311"/>
            </a:xfrm>
            <a:custGeom>
              <a:avLst/>
              <a:gdLst/>
              <a:ahLst/>
              <a:cxnLst/>
              <a:rect l="l" t="t" r="r" b="b"/>
              <a:pathLst>
                <a:path w="4816592" h="189311" extrusionOk="0">
                  <a:moveTo>
                    <a:pt x="0" y="0"/>
                  </a:moveTo>
                  <a:lnTo>
                    <a:pt x="4816592" y="0"/>
                  </a:lnTo>
                  <a:lnTo>
                    <a:pt x="4816592" y="189311"/>
                  </a:lnTo>
                  <a:lnTo>
                    <a:pt x="0" y="189311"/>
                  </a:lnTo>
                  <a:close/>
                </a:path>
              </a:pathLst>
            </a:custGeom>
            <a:solidFill>
              <a:srgbClr val="272A38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7" name="Google Shape;87;p1">
              <a:extLst>
                <a:ext uri="{FF2B5EF4-FFF2-40B4-BE49-F238E27FC236}">
                  <a16:creationId xmlns:a16="http://schemas.microsoft.com/office/drawing/2014/main" id="{4BED48CA-79D0-31DD-6E47-60E86E91A90B}"/>
                </a:ext>
              </a:extLst>
            </p:cNvPr>
            <p:cNvSpPr txBox="1"/>
            <p:nvPr/>
          </p:nvSpPr>
          <p:spPr>
            <a:xfrm>
              <a:off x="0" y="-57150"/>
              <a:ext cx="4816593" cy="2464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8" name="Google Shape;88;p1">
            <a:extLst>
              <a:ext uri="{FF2B5EF4-FFF2-40B4-BE49-F238E27FC236}">
                <a16:creationId xmlns:a16="http://schemas.microsoft.com/office/drawing/2014/main" id="{CDE8B242-747E-463D-7DAF-C145ED60D64B}"/>
              </a:ext>
            </a:extLst>
          </p:cNvPr>
          <p:cNvGrpSpPr/>
          <p:nvPr/>
        </p:nvGrpSpPr>
        <p:grpSpPr>
          <a:xfrm>
            <a:off x="-4111691" y="-6726722"/>
            <a:ext cx="28837262" cy="24932260"/>
            <a:chOff x="0" y="0"/>
            <a:chExt cx="38449682" cy="33243013"/>
          </a:xfrm>
        </p:grpSpPr>
        <p:sp>
          <p:nvSpPr>
            <p:cNvPr id="89" name="Google Shape;89;p1">
              <a:extLst>
                <a:ext uri="{FF2B5EF4-FFF2-40B4-BE49-F238E27FC236}">
                  <a16:creationId xmlns:a16="http://schemas.microsoft.com/office/drawing/2014/main" id="{D647F12A-3BBC-CD15-8707-6628CECB70AF}"/>
                </a:ext>
              </a:extLst>
            </p:cNvPr>
            <p:cNvSpPr/>
            <p:nvPr/>
          </p:nvSpPr>
          <p:spPr>
            <a:xfrm rot="4124422">
              <a:off x="16301925" y="2986294"/>
              <a:ext cx="14892941" cy="14874325"/>
            </a:xfrm>
            <a:custGeom>
              <a:avLst/>
              <a:gdLst/>
              <a:ahLst/>
              <a:cxnLst/>
              <a:rect l="l" t="t" r="r" b="b"/>
              <a:pathLst>
                <a:path w="14892941" h="14874325" extrusionOk="0">
                  <a:moveTo>
                    <a:pt x="0" y="0"/>
                  </a:moveTo>
                  <a:lnTo>
                    <a:pt x="14892942" y="0"/>
                  </a:lnTo>
                  <a:lnTo>
                    <a:pt x="14892942" y="14874325"/>
                  </a:lnTo>
                  <a:lnTo>
                    <a:pt x="0" y="1487432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0" name="Google Shape;90;p1">
              <a:extLst>
                <a:ext uri="{FF2B5EF4-FFF2-40B4-BE49-F238E27FC236}">
                  <a16:creationId xmlns:a16="http://schemas.microsoft.com/office/drawing/2014/main" id="{016B2314-8608-0436-2278-EAE4E4391AE9}"/>
                </a:ext>
              </a:extLst>
            </p:cNvPr>
            <p:cNvSpPr/>
            <p:nvPr/>
          </p:nvSpPr>
          <p:spPr>
            <a:xfrm rot="-9088373">
              <a:off x="17561636" y="11572301"/>
              <a:ext cx="17504077" cy="18621359"/>
            </a:xfrm>
            <a:custGeom>
              <a:avLst/>
              <a:gdLst/>
              <a:ahLst/>
              <a:cxnLst/>
              <a:rect l="l" t="t" r="r" b="b"/>
              <a:pathLst>
                <a:path w="17504077" h="18621359" extrusionOk="0">
                  <a:moveTo>
                    <a:pt x="0" y="0"/>
                  </a:moveTo>
                  <a:lnTo>
                    <a:pt x="17504077" y="0"/>
                  </a:lnTo>
                  <a:lnTo>
                    <a:pt x="17504077" y="18621358"/>
                  </a:lnTo>
                  <a:lnTo>
                    <a:pt x="0" y="1862135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 amt="65999"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1" name="Google Shape;91;p1">
              <a:extLst>
                <a:ext uri="{FF2B5EF4-FFF2-40B4-BE49-F238E27FC236}">
                  <a16:creationId xmlns:a16="http://schemas.microsoft.com/office/drawing/2014/main" id="{853FD002-19CE-94DB-B125-21979D25C327}"/>
                </a:ext>
              </a:extLst>
            </p:cNvPr>
            <p:cNvSpPr/>
            <p:nvPr/>
          </p:nvSpPr>
          <p:spPr>
            <a:xfrm rot="1794495">
              <a:off x="2804490" y="2519802"/>
              <a:ext cx="14119029" cy="15020243"/>
            </a:xfrm>
            <a:custGeom>
              <a:avLst/>
              <a:gdLst/>
              <a:ahLst/>
              <a:cxnLst/>
              <a:rect l="l" t="t" r="r" b="b"/>
              <a:pathLst>
                <a:path w="14119029" h="15020243" extrusionOk="0">
                  <a:moveTo>
                    <a:pt x="0" y="0"/>
                  </a:moveTo>
                  <a:lnTo>
                    <a:pt x="14119029" y="0"/>
                  </a:lnTo>
                  <a:lnTo>
                    <a:pt x="14119029" y="15020243"/>
                  </a:lnTo>
                  <a:lnTo>
                    <a:pt x="0" y="1502024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 amt="55000"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3" name="Google Shape;93;p1">
            <a:extLst>
              <a:ext uri="{FF2B5EF4-FFF2-40B4-BE49-F238E27FC236}">
                <a16:creationId xmlns:a16="http://schemas.microsoft.com/office/drawing/2014/main" id="{FE53500B-50C8-2D2D-941C-AB383484A74F}"/>
              </a:ext>
            </a:extLst>
          </p:cNvPr>
          <p:cNvGrpSpPr/>
          <p:nvPr/>
        </p:nvGrpSpPr>
        <p:grpSpPr>
          <a:xfrm>
            <a:off x="1413215" y="9568210"/>
            <a:ext cx="12268075" cy="638398"/>
            <a:chOff x="0" y="0"/>
            <a:chExt cx="16357433" cy="851197"/>
          </a:xfrm>
        </p:grpSpPr>
        <p:sp>
          <p:nvSpPr>
            <p:cNvPr id="94" name="Google Shape;94;p1">
              <a:extLst>
                <a:ext uri="{FF2B5EF4-FFF2-40B4-BE49-F238E27FC236}">
                  <a16:creationId xmlns:a16="http://schemas.microsoft.com/office/drawing/2014/main" id="{35ACC730-A342-38BA-3F3E-C2037BCAF569}"/>
                </a:ext>
              </a:extLst>
            </p:cNvPr>
            <p:cNvSpPr/>
            <p:nvPr/>
          </p:nvSpPr>
          <p:spPr>
            <a:xfrm>
              <a:off x="12245009" y="0"/>
              <a:ext cx="1747629" cy="848222"/>
            </a:xfrm>
            <a:custGeom>
              <a:avLst/>
              <a:gdLst/>
              <a:ahLst/>
              <a:cxnLst/>
              <a:rect l="l" t="t" r="r" b="b"/>
              <a:pathLst>
                <a:path w="1747629" h="848222" extrusionOk="0">
                  <a:moveTo>
                    <a:pt x="0" y="0"/>
                  </a:moveTo>
                  <a:lnTo>
                    <a:pt x="1747629" y="0"/>
                  </a:lnTo>
                  <a:lnTo>
                    <a:pt x="1747629" y="848222"/>
                  </a:lnTo>
                  <a:lnTo>
                    <a:pt x="0" y="84822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5" name="Google Shape;95;p1">
              <a:extLst>
                <a:ext uri="{FF2B5EF4-FFF2-40B4-BE49-F238E27FC236}">
                  <a16:creationId xmlns:a16="http://schemas.microsoft.com/office/drawing/2014/main" id="{5F9E2EAC-CD2F-0B77-FFAE-5DC76F59A8A5}"/>
                </a:ext>
              </a:extLst>
            </p:cNvPr>
            <p:cNvSpPr/>
            <p:nvPr/>
          </p:nvSpPr>
          <p:spPr>
            <a:xfrm>
              <a:off x="14564138" y="186628"/>
              <a:ext cx="1793295" cy="545836"/>
            </a:xfrm>
            <a:custGeom>
              <a:avLst/>
              <a:gdLst/>
              <a:ahLst/>
              <a:cxnLst/>
              <a:rect l="l" t="t" r="r" b="b"/>
              <a:pathLst>
                <a:path w="1793295" h="545836" extrusionOk="0">
                  <a:moveTo>
                    <a:pt x="0" y="0"/>
                  </a:moveTo>
                  <a:lnTo>
                    <a:pt x="1793296" y="0"/>
                  </a:lnTo>
                  <a:lnTo>
                    <a:pt x="1793296" y="545836"/>
                  </a:lnTo>
                  <a:lnTo>
                    <a:pt x="0" y="54583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7">
                <a:alphaModFix/>
              </a:blip>
              <a:stretch>
                <a:fillRect b="-64268"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6" name="Google Shape;96;p1">
              <a:extLst>
                <a:ext uri="{FF2B5EF4-FFF2-40B4-BE49-F238E27FC236}">
                  <a16:creationId xmlns:a16="http://schemas.microsoft.com/office/drawing/2014/main" id="{4598020C-DB0B-AA85-E56C-E1A3E9A33310}"/>
                </a:ext>
              </a:extLst>
            </p:cNvPr>
            <p:cNvSpPr/>
            <p:nvPr/>
          </p:nvSpPr>
          <p:spPr>
            <a:xfrm>
              <a:off x="6399410" y="107190"/>
              <a:ext cx="2289252" cy="744007"/>
            </a:xfrm>
            <a:custGeom>
              <a:avLst/>
              <a:gdLst/>
              <a:ahLst/>
              <a:cxnLst/>
              <a:rect l="l" t="t" r="r" b="b"/>
              <a:pathLst>
                <a:path w="2289252" h="744007" extrusionOk="0">
                  <a:moveTo>
                    <a:pt x="0" y="0"/>
                  </a:moveTo>
                  <a:lnTo>
                    <a:pt x="2289252" y="0"/>
                  </a:lnTo>
                  <a:lnTo>
                    <a:pt x="2289252" y="744007"/>
                  </a:lnTo>
                  <a:lnTo>
                    <a:pt x="0" y="74400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8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7" name="Google Shape;97;p1">
              <a:extLst>
                <a:ext uri="{FF2B5EF4-FFF2-40B4-BE49-F238E27FC236}">
                  <a16:creationId xmlns:a16="http://schemas.microsoft.com/office/drawing/2014/main" id="{21009B28-F018-F148-6B80-71A8B3FF73B6}"/>
                </a:ext>
              </a:extLst>
            </p:cNvPr>
            <p:cNvSpPr/>
            <p:nvPr/>
          </p:nvSpPr>
          <p:spPr>
            <a:xfrm>
              <a:off x="9260162" y="127192"/>
              <a:ext cx="2413347" cy="724004"/>
            </a:xfrm>
            <a:custGeom>
              <a:avLst/>
              <a:gdLst/>
              <a:ahLst/>
              <a:cxnLst/>
              <a:rect l="l" t="t" r="r" b="b"/>
              <a:pathLst>
                <a:path w="2413347" h="724004" extrusionOk="0">
                  <a:moveTo>
                    <a:pt x="0" y="0"/>
                  </a:moveTo>
                  <a:lnTo>
                    <a:pt x="2413347" y="0"/>
                  </a:lnTo>
                  <a:lnTo>
                    <a:pt x="2413347" y="724005"/>
                  </a:lnTo>
                  <a:lnTo>
                    <a:pt x="0" y="72400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9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8" name="Google Shape;98;p1">
              <a:extLst>
                <a:ext uri="{FF2B5EF4-FFF2-40B4-BE49-F238E27FC236}">
                  <a16:creationId xmlns:a16="http://schemas.microsoft.com/office/drawing/2014/main" id="{CD8F8F3E-F910-CCA9-260E-B69E34F8C5D3}"/>
                </a:ext>
              </a:extLst>
            </p:cNvPr>
            <p:cNvSpPr/>
            <p:nvPr/>
          </p:nvSpPr>
          <p:spPr>
            <a:xfrm>
              <a:off x="3389012" y="301868"/>
              <a:ext cx="2438898" cy="354650"/>
            </a:xfrm>
            <a:custGeom>
              <a:avLst/>
              <a:gdLst/>
              <a:ahLst/>
              <a:cxnLst/>
              <a:rect l="l" t="t" r="r" b="b"/>
              <a:pathLst>
                <a:path w="2438898" h="354650" extrusionOk="0">
                  <a:moveTo>
                    <a:pt x="0" y="0"/>
                  </a:moveTo>
                  <a:lnTo>
                    <a:pt x="2438898" y="0"/>
                  </a:lnTo>
                  <a:lnTo>
                    <a:pt x="2438898" y="354650"/>
                  </a:lnTo>
                  <a:lnTo>
                    <a:pt x="0" y="35465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0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9" name="Google Shape;99;p1">
              <a:extLst>
                <a:ext uri="{FF2B5EF4-FFF2-40B4-BE49-F238E27FC236}">
                  <a16:creationId xmlns:a16="http://schemas.microsoft.com/office/drawing/2014/main" id="{578FB973-1FEA-95EC-3ED1-CDF03D52ECF3}"/>
                </a:ext>
              </a:extLst>
            </p:cNvPr>
            <p:cNvSpPr/>
            <p:nvPr/>
          </p:nvSpPr>
          <p:spPr>
            <a:xfrm>
              <a:off x="0" y="186628"/>
              <a:ext cx="2819908" cy="585131"/>
            </a:xfrm>
            <a:custGeom>
              <a:avLst/>
              <a:gdLst/>
              <a:ahLst/>
              <a:cxnLst/>
              <a:rect l="l" t="t" r="r" b="b"/>
              <a:pathLst>
                <a:path w="2819908" h="585131" extrusionOk="0">
                  <a:moveTo>
                    <a:pt x="0" y="0"/>
                  </a:moveTo>
                  <a:lnTo>
                    <a:pt x="2819908" y="0"/>
                  </a:lnTo>
                  <a:lnTo>
                    <a:pt x="2819908" y="585131"/>
                  </a:lnTo>
                  <a:lnTo>
                    <a:pt x="0" y="585131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1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100" name="Google Shape;100;p1" title="LOS_Logo-Full (2).png">
            <a:extLst>
              <a:ext uri="{FF2B5EF4-FFF2-40B4-BE49-F238E27FC236}">
                <a16:creationId xmlns:a16="http://schemas.microsoft.com/office/drawing/2014/main" id="{4088CFB8-4EB6-A3BD-4A84-D0B853089ADB}"/>
              </a:ext>
            </a:extLst>
          </p:cNvPr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13983788" y="9602109"/>
            <a:ext cx="2958351" cy="570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36EF6D8-5FD2-D914-3E4C-A9AF5F562DD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000875" y="3000375"/>
            <a:ext cx="4286250" cy="4286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44012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6" dur="10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5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17591" b="-17591"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192" name="Google Shape;192;p5"/>
          <p:cNvGrpSpPr/>
          <p:nvPr/>
        </p:nvGrpSpPr>
        <p:grpSpPr>
          <a:xfrm>
            <a:off x="0" y="9351219"/>
            <a:ext cx="18288000" cy="935781"/>
            <a:chOff x="0" y="-57150"/>
            <a:chExt cx="4816593" cy="246461"/>
          </a:xfrm>
        </p:grpSpPr>
        <p:sp>
          <p:nvSpPr>
            <p:cNvPr id="193" name="Google Shape;193;p5"/>
            <p:cNvSpPr/>
            <p:nvPr/>
          </p:nvSpPr>
          <p:spPr>
            <a:xfrm>
              <a:off x="0" y="0"/>
              <a:ext cx="4816592" cy="189311"/>
            </a:xfrm>
            <a:custGeom>
              <a:avLst/>
              <a:gdLst/>
              <a:ahLst/>
              <a:cxnLst/>
              <a:rect l="l" t="t" r="r" b="b"/>
              <a:pathLst>
                <a:path w="4816592" h="189311" extrusionOk="0">
                  <a:moveTo>
                    <a:pt x="0" y="0"/>
                  </a:moveTo>
                  <a:lnTo>
                    <a:pt x="4816592" y="0"/>
                  </a:lnTo>
                  <a:lnTo>
                    <a:pt x="4816592" y="189311"/>
                  </a:lnTo>
                  <a:lnTo>
                    <a:pt x="0" y="189311"/>
                  </a:lnTo>
                  <a:close/>
                </a:path>
              </a:pathLst>
            </a:custGeom>
            <a:solidFill>
              <a:srgbClr val="272A38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4" name="Google Shape;194;p5"/>
            <p:cNvSpPr txBox="1"/>
            <p:nvPr/>
          </p:nvSpPr>
          <p:spPr>
            <a:xfrm>
              <a:off x="0" y="-57150"/>
              <a:ext cx="4816593" cy="2464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5" name="Google Shape;195;p5"/>
          <p:cNvGrpSpPr/>
          <p:nvPr/>
        </p:nvGrpSpPr>
        <p:grpSpPr>
          <a:xfrm>
            <a:off x="-6189110" y="-7534167"/>
            <a:ext cx="26133391" cy="26171339"/>
            <a:chOff x="0" y="0"/>
            <a:chExt cx="34844521" cy="34895118"/>
          </a:xfrm>
        </p:grpSpPr>
        <p:sp>
          <p:nvSpPr>
            <p:cNvPr id="196" name="Google Shape;196;p5"/>
            <p:cNvSpPr/>
            <p:nvPr/>
          </p:nvSpPr>
          <p:spPr>
            <a:xfrm rot="-9088373">
              <a:off x="13956475" y="13224406"/>
              <a:ext cx="17504077" cy="18621359"/>
            </a:xfrm>
            <a:custGeom>
              <a:avLst/>
              <a:gdLst/>
              <a:ahLst/>
              <a:cxnLst/>
              <a:rect l="l" t="t" r="r" b="b"/>
              <a:pathLst>
                <a:path w="17504077" h="18621359" extrusionOk="0">
                  <a:moveTo>
                    <a:pt x="0" y="0"/>
                  </a:moveTo>
                  <a:lnTo>
                    <a:pt x="17504077" y="0"/>
                  </a:lnTo>
                  <a:lnTo>
                    <a:pt x="17504077" y="18621358"/>
                  </a:lnTo>
                  <a:lnTo>
                    <a:pt x="0" y="1862135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 amt="65999"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7" name="Google Shape;197;p5"/>
            <p:cNvSpPr/>
            <p:nvPr/>
          </p:nvSpPr>
          <p:spPr>
            <a:xfrm rot="1794495">
              <a:off x="2804490" y="2519802"/>
              <a:ext cx="14119029" cy="15020243"/>
            </a:xfrm>
            <a:custGeom>
              <a:avLst/>
              <a:gdLst/>
              <a:ahLst/>
              <a:cxnLst/>
              <a:rect l="l" t="t" r="r" b="b"/>
              <a:pathLst>
                <a:path w="14119029" h="15020243" extrusionOk="0">
                  <a:moveTo>
                    <a:pt x="0" y="0"/>
                  </a:moveTo>
                  <a:lnTo>
                    <a:pt x="14119029" y="0"/>
                  </a:lnTo>
                  <a:lnTo>
                    <a:pt x="14119029" y="15020243"/>
                  </a:lnTo>
                  <a:lnTo>
                    <a:pt x="0" y="1502024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 amt="55000"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02" name="Google Shape;202;p5"/>
          <p:cNvSpPr txBox="1"/>
          <p:nvPr/>
        </p:nvSpPr>
        <p:spPr>
          <a:xfrm>
            <a:off x="1028700" y="3062643"/>
            <a:ext cx="9303384" cy="331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31801" marR="0" lvl="1" indent="-2159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2000"/>
              <a:buFont typeface="Arial"/>
              <a:buChar char="•"/>
            </a:pPr>
            <a:r>
              <a:rPr lang="en-US" sz="4000" b="0" i="0" u="none" strike="noStrike" cap="none" dirty="0">
                <a:solidFill>
                  <a:srgbClr val="D8D8D8"/>
                </a:solidFill>
                <a:latin typeface="Poppins"/>
                <a:ea typeface="Poppins"/>
                <a:cs typeface="Poppins"/>
                <a:sym typeface="Poppins"/>
              </a:rPr>
              <a:t>What?</a:t>
            </a:r>
          </a:p>
          <a:p>
            <a:pPr marL="431801" marR="0" lvl="1" indent="-2159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2000"/>
              <a:buFont typeface="Arial"/>
              <a:buChar char="•"/>
            </a:pPr>
            <a:r>
              <a:rPr lang="en-US" sz="4000" dirty="0">
                <a:solidFill>
                  <a:srgbClr val="D8D8D8"/>
                </a:solidFill>
                <a:latin typeface="Poppins"/>
                <a:ea typeface="Poppins"/>
                <a:cs typeface="Poppins"/>
                <a:sym typeface="Poppins"/>
              </a:rPr>
              <a:t>Why?</a:t>
            </a:r>
          </a:p>
          <a:p>
            <a:pPr marL="431801" marR="0" lvl="1" indent="-2159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2000"/>
              <a:buFont typeface="Arial"/>
              <a:buChar char="•"/>
            </a:pPr>
            <a:r>
              <a:rPr lang="en-US" sz="4000" b="0" i="0" u="none" strike="noStrike" cap="none" dirty="0">
                <a:solidFill>
                  <a:srgbClr val="D8D8D8"/>
                </a:solidFill>
                <a:latin typeface="Poppins"/>
                <a:ea typeface="Poppins"/>
                <a:cs typeface="Poppins"/>
                <a:sym typeface="Poppins"/>
              </a:rPr>
              <a:t>How?</a:t>
            </a:r>
          </a:p>
          <a:p>
            <a:pPr marL="431801" marR="0" lvl="1" indent="-2159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2000"/>
              <a:buFont typeface="Arial"/>
              <a:buChar char="•"/>
            </a:pPr>
            <a:endParaRPr lang="en-US" sz="2000" b="0" i="0" u="none" strike="noStrike" cap="none" dirty="0">
              <a:solidFill>
                <a:srgbClr val="D8D8D8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31801" marR="0" lvl="1" indent="-2159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2000"/>
              <a:buFont typeface="Arial"/>
              <a:buChar char="•"/>
            </a:pPr>
            <a:endParaRPr dirty="0"/>
          </a:p>
        </p:txBody>
      </p:sp>
      <p:sp>
        <p:nvSpPr>
          <p:cNvPr id="204" name="Google Shape;204;p5"/>
          <p:cNvSpPr txBox="1"/>
          <p:nvPr/>
        </p:nvSpPr>
        <p:spPr>
          <a:xfrm>
            <a:off x="1028700" y="1535938"/>
            <a:ext cx="10116466" cy="1154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0" i="0" u="none" strike="noStrike" cap="none" dirty="0">
                <a:solidFill>
                  <a:srgbClr val="F6F6F6"/>
                </a:solidFill>
                <a:latin typeface="Poppins"/>
                <a:ea typeface="Poppins"/>
                <a:cs typeface="Poppins"/>
                <a:sym typeface="Poppins"/>
              </a:rPr>
              <a:t>Game Plan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>
          <a:extLst>
            <a:ext uri="{FF2B5EF4-FFF2-40B4-BE49-F238E27FC236}">
              <a16:creationId xmlns:a16="http://schemas.microsoft.com/office/drawing/2014/main" id="{E1BAFD8B-1103-CA36-7E02-7890069DE3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5">
            <a:extLst>
              <a:ext uri="{FF2B5EF4-FFF2-40B4-BE49-F238E27FC236}">
                <a16:creationId xmlns:a16="http://schemas.microsoft.com/office/drawing/2014/main" id="{30533DF1-F803-9028-8546-DF470D55578E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17591" b="-17591"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192" name="Google Shape;192;p5">
            <a:extLst>
              <a:ext uri="{FF2B5EF4-FFF2-40B4-BE49-F238E27FC236}">
                <a16:creationId xmlns:a16="http://schemas.microsoft.com/office/drawing/2014/main" id="{60FE3338-46FD-9DD2-804C-969610144496}"/>
              </a:ext>
            </a:extLst>
          </p:cNvPr>
          <p:cNvGrpSpPr/>
          <p:nvPr/>
        </p:nvGrpSpPr>
        <p:grpSpPr>
          <a:xfrm>
            <a:off x="0" y="9351219"/>
            <a:ext cx="18288000" cy="935781"/>
            <a:chOff x="0" y="-57150"/>
            <a:chExt cx="4816593" cy="246461"/>
          </a:xfrm>
        </p:grpSpPr>
        <p:sp>
          <p:nvSpPr>
            <p:cNvPr id="193" name="Google Shape;193;p5">
              <a:extLst>
                <a:ext uri="{FF2B5EF4-FFF2-40B4-BE49-F238E27FC236}">
                  <a16:creationId xmlns:a16="http://schemas.microsoft.com/office/drawing/2014/main" id="{DDBF4A33-62C3-0639-2B16-379601A041D2}"/>
                </a:ext>
              </a:extLst>
            </p:cNvPr>
            <p:cNvSpPr/>
            <p:nvPr/>
          </p:nvSpPr>
          <p:spPr>
            <a:xfrm>
              <a:off x="0" y="0"/>
              <a:ext cx="4816592" cy="189311"/>
            </a:xfrm>
            <a:custGeom>
              <a:avLst/>
              <a:gdLst/>
              <a:ahLst/>
              <a:cxnLst/>
              <a:rect l="l" t="t" r="r" b="b"/>
              <a:pathLst>
                <a:path w="4816592" h="189311" extrusionOk="0">
                  <a:moveTo>
                    <a:pt x="0" y="0"/>
                  </a:moveTo>
                  <a:lnTo>
                    <a:pt x="4816592" y="0"/>
                  </a:lnTo>
                  <a:lnTo>
                    <a:pt x="4816592" y="189311"/>
                  </a:lnTo>
                  <a:lnTo>
                    <a:pt x="0" y="189311"/>
                  </a:lnTo>
                  <a:close/>
                </a:path>
              </a:pathLst>
            </a:custGeom>
            <a:solidFill>
              <a:srgbClr val="272A38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4" name="Google Shape;194;p5">
              <a:extLst>
                <a:ext uri="{FF2B5EF4-FFF2-40B4-BE49-F238E27FC236}">
                  <a16:creationId xmlns:a16="http://schemas.microsoft.com/office/drawing/2014/main" id="{AA6333F3-6AA6-D926-5944-2529D2344191}"/>
                </a:ext>
              </a:extLst>
            </p:cNvPr>
            <p:cNvSpPr txBox="1"/>
            <p:nvPr/>
          </p:nvSpPr>
          <p:spPr>
            <a:xfrm>
              <a:off x="0" y="-57150"/>
              <a:ext cx="4816593" cy="2464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5" name="Google Shape;195;p5">
            <a:extLst>
              <a:ext uri="{FF2B5EF4-FFF2-40B4-BE49-F238E27FC236}">
                <a16:creationId xmlns:a16="http://schemas.microsoft.com/office/drawing/2014/main" id="{E7879A58-A6F4-F6F5-09AB-EBFD567F3841}"/>
              </a:ext>
            </a:extLst>
          </p:cNvPr>
          <p:cNvGrpSpPr/>
          <p:nvPr/>
        </p:nvGrpSpPr>
        <p:grpSpPr>
          <a:xfrm>
            <a:off x="-6189110" y="-7534167"/>
            <a:ext cx="26133391" cy="26171339"/>
            <a:chOff x="0" y="0"/>
            <a:chExt cx="34844521" cy="34895118"/>
          </a:xfrm>
        </p:grpSpPr>
        <p:sp>
          <p:nvSpPr>
            <p:cNvPr id="196" name="Google Shape;196;p5">
              <a:extLst>
                <a:ext uri="{FF2B5EF4-FFF2-40B4-BE49-F238E27FC236}">
                  <a16:creationId xmlns:a16="http://schemas.microsoft.com/office/drawing/2014/main" id="{7A00FD9F-66BE-7929-F4D0-617CE68D33B3}"/>
                </a:ext>
              </a:extLst>
            </p:cNvPr>
            <p:cNvSpPr/>
            <p:nvPr/>
          </p:nvSpPr>
          <p:spPr>
            <a:xfrm rot="-9088373">
              <a:off x="13956475" y="13224406"/>
              <a:ext cx="17504077" cy="18621359"/>
            </a:xfrm>
            <a:custGeom>
              <a:avLst/>
              <a:gdLst/>
              <a:ahLst/>
              <a:cxnLst/>
              <a:rect l="l" t="t" r="r" b="b"/>
              <a:pathLst>
                <a:path w="17504077" h="18621359" extrusionOk="0">
                  <a:moveTo>
                    <a:pt x="0" y="0"/>
                  </a:moveTo>
                  <a:lnTo>
                    <a:pt x="17504077" y="0"/>
                  </a:lnTo>
                  <a:lnTo>
                    <a:pt x="17504077" y="18621358"/>
                  </a:lnTo>
                  <a:lnTo>
                    <a:pt x="0" y="1862135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 amt="65999"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7" name="Google Shape;197;p5">
              <a:extLst>
                <a:ext uri="{FF2B5EF4-FFF2-40B4-BE49-F238E27FC236}">
                  <a16:creationId xmlns:a16="http://schemas.microsoft.com/office/drawing/2014/main" id="{09A0E467-8A16-8D39-23CD-5D75F84BE7A6}"/>
                </a:ext>
              </a:extLst>
            </p:cNvPr>
            <p:cNvSpPr/>
            <p:nvPr/>
          </p:nvSpPr>
          <p:spPr>
            <a:xfrm rot="1794495">
              <a:off x="2804490" y="2519802"/>
              <a:ext cx="14119029" cy="15020243"/>
            </a:xfrm>
            <a:custGeom>
              <a:avLst/>
              <a:gdLst/>
              <a:ahLst/>
              <a:cxnLst/>
              <a:rect l="l" t="t" r="r" b="b"/>
              <a:pathLst>
                <a:path w="14119029" h="15020243" extrusionOk="0">
                  <a:moveTo>
                    <a:pt x="0" y="0"/>
                  </a:moveTo>
                  <a:lnTo>
                    <a:pt x="14119029" y="0"/>
                  </a:lnTo>
                  <a:lnTo>
                    <a:pt x="14119029" y="15020243"/>
                  </a:lnTo>
                  <a:lnTo>
                    <a:pt x="0" y="1502024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 amt="55000"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02" name="Google Shape;202;p5">
            <a:extLst>
              <a:ext uri="{FF2B5EF4-FFF2-40B4-BE49-F238E27FC236}">
                <a16:creationId xmlns:a16="http://schemas.microsoft.com/office/drawing/2014/main" id="{BBDBB180-7FEC-AD11-C684-995C46EDC2F5}"/>
              </a:ext>
            </a:extLst>
          </p:cNvPr>
          <p:cNvSpPr txBox="1"/>
          <p:nvPr/>
        </p:nvSpPr>
        <p:spPr>
          <a:xfrm>
            <a:off x="1028699" y="3062643"/>
            <a:ext cx="14796007" cy="76267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31801" marR="0" lvl="1" indent="-2159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2000"/>
              <a:buFont typeface="Arial"/>
              <a:buChar char="•"/>
            </a:pPr>
            <a:r>
              <a:rPr lang="en-US" sz="4000" b="0" i="0" u="none" strike="noStrike" cap="none" dirty="0">
                <a:solidFill>
                  <a:srgbClr val="D8D8D8"/>
                </a:solidFill>
                <a:latin typeface="Poppins"/>
                <a:ea typeface="Poppins"/>
                <a:cs typeface="Poppins"/>
                <a:sym typeface="Poppins"/>
              </a:rPr>
              <a:t>Lightweight (6MB!) dynamic, loosely typed language</a:t>
            </a:r>
          </a:p>
          <a:p>
            <a:pPr marL="431801" marR="0" lvl="1" indent="-2159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2000"/>
              <a:buFont typeface="Arial"/>
              <a:buChar char="•"/>
            </a:pPr>
            <a:r>
              <a:rPr lang="en-US" sz="4000" dirty="0">
                <a:solidFill>
                  <a:srgbClr val="D8D8D8"/>
                </a:solidFill>
                <a:latin typeface="Poppins"/>
                <a:ea typeface="Poppins"/>
                <a:cs typeface="Poppins"/>
                <a:sym typeface="Poppins"/>
              </a:rPr>
              <a:t>Built on the JVM</a:t>
            </a:r>
          </a:p>
          <a:p>
            <a:pPr marL="431801" marR="0" lvl="1" indent="-2159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2000"/>
              <a:buFont typeface="Arial"/>
              <a:buChar char="•"/>
            </a:pPr>
            <a:r>
              <a:rPr lang="en-US" sz="4000" dirty="0">
                <a:solidFill>
                  <a:srgbClr val="D8D8D8"/>
                </a:solidFill>
                <a:latin typeface="Poppins"/>
                <a:ea typeface="Poppins"/>
                <a:cs typeface="Poppins"/>
                <a:sym typeface="Poppins"/>
              </a:rPr>
              <a:t>Runs everywhere</a:t>
            </a:r>
          </a:p>
          <a:p>
            <a:pPr marL="431801" marR="0" lvl="1" indent="-2159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2000"/>
              <a:buFont typeface="Arial"/>
              <a:buChar char="•"/>
            </a:pPr>
            <a:r>
              <a:rPr lang="en-US" sz="4000" b="0" i="0" u="none" strike="noStrike" cap="none" dirty="0">
                <a:solidFill>
                  <a:srgbClr val="D8D8D8"/>
                </a:solidFill>
                <a:latin typeface="Poppins"/>
                <a:ea typeface="Poppins"/>
                <a:cs typeface="Poppins"/>
                <a:sym typeface="Poppins"/>
              </a:rPr>
              <a:t>Extensible</a:t>
            </a:r>
          </a:p>
          <a:p>
            <a:pPr marL="431801" marR="0" lvl="1" indent="-2159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2000"/>
              <a:buFont typeface="Arial"/>
              <a:buChar char="•"/>
            </a:pPr>
            <a:r>
              <a:rPr lang="en-US" sz="4000" dirty="0">
                <a:solidFill>
                  <a:srgbClr val="D8D8D8"/>
                </a:solidFill>
                <a:latin typeface="Poppins"/>
                <a:ea typeface="Poppins"/>
                <a:cs typeface="Poppins"/>
                <a:sym typeface="Poppins"/>
              </a:rPr>
              <a:t>Can replace ColdFusion/Lucee installs</a:t>
            </a:r>
          </a:p>
          <a:p>
            <a:pPr marL="431801" lvl="1" indent="-215900">
              <a:lnSpc>
                <a:spcPct val="140000"/>
              </a:lnSpc>
              <a:buClr>
                <a:srgbClr val="D8D8D8"/>
              </a:buClr>
              <a:buSzPts val="2000"/>
              <a:buFont typeface="Arial"/>
              <a:buChar char="•"/>
            </a:pPr>
            <a:r>
              <a:rPr lang="en-US" sz="4000" dirty="0">
                <a:solidFill>
                  <a:srgbClr val="D8D8D8"/>
                </a:solidFill>
                <a:latin typeface="Poppins"/>
                <a:ea typeface="Poppins"/>
                <a:cs typeface="Poppins"/>
                <a:sym typeface="Poppins"/>
              </a:rPr>
              <a:t>Open Source 🎉</a:t>
            </a:r>
          </a:p>
          <a:p>
            <a:pPr marL="431801" lvl="1" indent="-215900">
              <a:lnSpc>
                <a:spcPct val="140000"/>
              </a:lnSpc>
              <a:buClr>
                <a:srgbClr val="D8D8D8"/>
              </a:buClr>
              <a:buSzPts val="2000"/>
              <a:buFont typeface="Arial"/>
              <a:buChar char="•"/>
            </a:pPr>
            <a:r>
              <a:rPr lang="en-US" sz="4000" dirty="0">
                <a:solidFill>
                  <a:srgbClr val="D8D8D8"/>
                </a:solidFill>
                <a:latin typeface="Poppins"/>
                <a:ea typeface="Poppins"/>
                <a:cs typeface="Poppins"/>
                <a:sym typeface="Poppins"/>
              </a:rPr>
              <a:t>Free 🎉🎉🎉🎉🎉</a:t>
            </a:r>
          </a:p>
          <a:p>
            <a:pPr marL="431801" marR="0" lvl="1" indent="-2159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2000"/>
              <a:buFont typeface="Arial"/>
              <a:buChar char="•"/>
            </a:pPr>
            <a:endParaRPr lang="en-US" sz="4000" b="0" i="0" u="none" strike="noStrike" cap="none" dirty="0">
              <a:solidFill>
                <a:srgbClr val="D8D8D8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31801" marR="0" lvl="1" indent="-2159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2000"/>
              <a:buFont typeface="Arial"/>
              <a:buChar char="•"/>
            </a:pPr>
            <a:endParaRPr lang="en-US" sz="2000" b="0" i="0" u="none" strike="noStrike" cap="none" dirty="0">
              <a:solidFill>
                <a:srgbClr val="D8D8D8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31801" marR="0" lvl="1" indent="-2159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2000"/>
              <a:buFont typeface="Arial"/>
              <a:buChar char="•"/>
            </a:pPr>
            <a:endParaRPr dirty="0"/>
          </a:p>
        </p:txBody>
      </p:sp>
      <p:sp>
        <p:nvSpPr>
          <p:cNvPr id="204" name="Google Shape;204;p5">
            <a:extLst>
              <a:ext uri="{FF2B5EF4-FFF2-40B4-BE49-F238E27FC236}">
                <a16:creationId xmlns:a16="http://schemas.microsoft.com/office/drawing/2014/main" id="{4050D715-0A45-2213-745B-4AB3FF949A2A}"/>
              </a:ext>
            </a:extLst>
          </p:cNvPr>
          <p:cNvSpPr txBox="1"/>
          <p:nvPr/>
        </p:nvSpPr>
        <p:spPr>
          <a:xfrm>
            <a:off x="1028700" y="1535938"/>
            <a:ext cx="10116466" cy="1154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0" i="0" u="none" strike="noStrike" cap="none" dirty="0">
                <a:solidFill>
                  <a:srgbClr val="F6F6F6"/>
                </a:solidFill>
                <a:latin typeface="Poppins"/>
                <a:ea typeface="Poppins"/>
                <a:cs typeface="Poppins"/>
                <a:sym typeface="Poppins"/>
              </a:rPr>
              <a:t>What is </a:t>
            </a:r>
            <a:r>
              <a:rPr lang="en-US" sz="7500" b="0" i="0" u="none" strike="noStrike" cap="none" dirty="0" err="1">
                <a:solidFill>
                  <a:srgbClr val="F6F6F6"/>
                </a:solidFill>
                <a:latin typeface="Poppins"/>
                <a:ea typeface="Poppins"/>
                <a:cs typeface="Poppins"/>
                <a:sym typeface="Poppins"/>
              </a:rPr>
              <a:t>BoxLang</a:t>
            </a:r>
            <a:r>
              <a:rPr lang="en-US" sz="7500" b="0" i="0" u="none" strike="noStrike" cap="none" dirty="0">
                <a:solidFill>
                  <a:srgbClr val="F6F6F6"/>
                </a:solidFill>
                <a:latin typeface="Poppins"/>
                <a:ea typeface="Poppins"/>
                <a:cs typeface="Poppins"/>
                <a:sym typeface="Poppins"/>
              </a:rPr>
              <a:t>?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04082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>
          <a:extLst>
            <a:ext uri="{FF2B5EF4-FFF2-40B4-BE49-F238E27FC236}">
              <a16:creationId xmlns:a16="http://schemas.microsoft.com/office/drawing/2014/main" id="{F20CDBB5-C9F7-5563-5976-0208D899C1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5">
            <a:extLst>
              <a:ext uri="{FF2B5EF4-FFF2-40B4-BE49-F238E27FC236}">
                <a16:creationId xmlns:a16="http://schemas.microsoft.com/office/drawing/2014/main" id="{2597CBB2-A40E-CEE0-2578-3BFCF77B4A27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17591" b="-17591"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192" name="Google Shape;192;p5">
            <a:extLst>
              <a:ext uri="{FF2B5EF4-FFF2-40B4-BE49-F238E27FC236}">
                <a16:creationId xmlns:a16="http://schemas.microsoft.com/office/drawing/2014/main" id="{0F737A18-753A-A33C-6F06-430EA1264EA8}"/>
              </a:ext>
            </a:extLst>
          </p:cNvPr>
          <p:cNvGrpSpPr/>
          <p:nvPr/>
        </p:nvGrpSpPr>
        <p:grpSpPr>
          <a:xfrm>
            <a:off x="0" y="9351219"/>
            <a:ext cx="18288000" cy="935781"/>
            <a:chOff x="0" y="-57150"/>
            <a:chExt cx="4816593" cy="246461"/>
          </a:xfrm>
        </p:grpSpPr>
        <p:sp>
          <p:nvSpPr>
            <p:cNvPr id="193" name="Google Shape;193;p5">
              <a:extLst>
                <a:ext uri="{FF2B5EF4-FFF2-40B4-BE49-F238E27FC236}">
                  <a16:creationId xmlns:a16="http://schemas.microsoft.com/office/drawing/2014/main" id="{90AA6EE4-12C8-20F3-D640-411099033C58}"/>
                </a:ext>
              </a:extLst>
            </p:cNvPr>
            <p:cNvSpPr/>
            <p:nvPr/>
          </p:nvSpPr>
          <p:spPr>
            <a:xfrm>
              <a:off x="0" y="0"/>
              <a:ext cx="4816592" cy="189311"/>
            </a:xfrm>
            <a:custGeom>
              <a:avLst/>
              <a:gdLst/>
              <a:ahLst/>
              <a:cxnLst/>
              <a:rect l="l" t="t" r="r" b="b"/>
              <a:pathLst>
                <a:path w="4816592" h="189311" extrusionOk="0">
                  <a:moveTo>
                    <a:pt x="0" y="0"/>
                  </a:moveTo>
                  <a:lnTo>
                    <a:pt x="4816592" y="0"/>
                  </a:lnTo>
                  <a:lnTo>
                    <a:pt x="4816592" y="189311"/>
                  </a:lnTo>
                  <a:lnTo>
                    <a:pt x="0" y="189311"/>
                  </a:lnTo>
                  <a:close/>
                </a:path>
              </a:pathLst>
            </a:custGeom>
            <a:solidFill>
              <a:srgbClr val="272A38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4" name="Google Shape;194;p5">
              <a:extLst>
                <a:ext uri="{FF2B5EF4-FFF2-40B4-BE49-F238E27FC236}">
                  <a16:creationId xmlns:a16="http://schemas.microsoft.com/office/drawing/2014/main" id="{428F6A31-F0EE-E943-8E7C-328C36E35338}"/>
                </a:ext>
              </a:extLst>
            </p:cNvPr>
            <p:cNvSpPr txBox="1"/>
            <p:nvPr/>
          </p:nvSpPr>
          <p:spPr>
            <a:xfrm>
              <a:off x="0" y="-57150"/>
              <a:ext cx="4816593" cy="2464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5" name="Google Shape;195;p5">
            <a:extLst>
              <a:ext uri="{FF2B5EF4-FFF2-40B4-BE49-F238E27FC236}">
                <a16:creationId xmlns:a16="http://schemas.microsoft.com/office/drawing/2014/main" id="{8C68AC33-F9AF-0BD5-2461-88404606D901}"/>
              </a:ext>
            </a:extLst>
          </p:cNvPr>
          <p:cNvGrpSpPr/>
          <p:nvPr/>
        </p:nvGrpSpPr>
        <p:grpSpPr>
          <a:xfrm>
            <a:off x="-6189110" y="-7534167"/>
            <a:ext cx="26133391" cy="26171339"/>
            <a:chOff x="0" y="0"/>
            <a:chExt cx="34844521" cy="34895118"/>
          </a:xfrm>
        </p:grpSpPr>
        <p:sp>
          <p:nvSpPr>
            <p:cNvPr id="196" name="Google Shape;196;p5">
              <a:extLst>
                <a:ext uri="{FF2B5EF4-FFF2-40B4-BE49-F238E27FC236}">
                  <a16:creationId xmlns:a16="http://schemas.microsoft.com/office/drawing/2014/main" id="{79AA9F0F-AAF5-AC59-6211-E80296430D8C}"/>
                </a:ext>
              </a:extLst>
            </p:cNvPr>
            <p:cNvSpPr/>
            <p:nvPr/>
          </p:nvSpPr>
          <p:spPr>
            <a:xfrm rot="-9088373">
              <a:off x="13956475" y="13224406"/>
              <a:ext cx="17504077" cy="18621359"/>
            </a:xfrm>
            <a:custGeom>
              <a:avLst/>
              <a:gdLst/>
              <a:ahLst/>
              <a:cxnLst/>
              <a:rect l="l" t="t" r="r" b="b"/>
              <a:pathLst>
                <a:path w="17504077" h="18621359" extrusionOk="0">
                  <a:moveTo>
                    <a:pt x="0" y="0"/>
                  </a:moveTo>
                  <a:lnTo>
                    <a:pt x="17504077" y="0"/>
                  </a:lnTo>
                  <a:lnTo>
                    <a:pt x="17504077" y="18621358"/>
                  </a:lnTo>
                  <a:lnTo>
                    <a:pt x="0" y="1862135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 amt="65999"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7" name="Google Shape;197;p5">
              <a:extLst>
                <a:ext uri="{FF2B5EF4-FFF2-40B4-BE49-F238E27FC236}">
                  <a16:creationId xmlns:a16="http://schemas.microsoft.com/office/drawing/2014/main" id="{8B4E1727-5158-40CB-09F2-840B19070216}"/>
                </a:ext>
              </a:extLst>
            </p:cNvPr>
            <p:cNvSpPr/>
            <p:nvPr/>
          </p:nvSpPr>
          <p:spPr>
            <a:xfrm rot="1794495">
              <a:off x="2804490" y="2519802"/>
              <a:ext cx="14119029" cy="15020243"/>
            </a:xfrm>
            <a:custGeom>
              <a:avLst/>
              <a:gdLst/>
              <a:ahLst/>
              <a:cxnLst/>
              <a:rect l="l" t="t" r="r" b="b"/>
              <a:pathLst>
                <a:path w="14119029" h="15020243" extrusionOk="0">
                  <a:moveTo>
                    <a:pt x="0" y="0"/>
                  </a:moveTo>
                  <a:lnTo>
                    <a:pt x="14119029" y="0"/>
                  </a:lnTo>
                  <a:lnTo>
                    <a:pt x="14119029" y="15020243"/>
                  </a:lnTo>
                  <a:lnTo>
                    <a:pt x="0" y="1502024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 amt="55000"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02" name="Google Shape;202;p5">
            <a:extLst>
              <a:ext uri="{FF2B5EF4-FFF2-40B4-BE49-F238E27FC236}">
                <a16:creationId xmlns:a16="http://schemas.microsoft.com/office/drawing/2014/main" id="{551501AA-ACED-26EF-3CC3-E59AA2FC2655}"/>
              </a:ext>
            </a:extLst>
          </p:cNvPr>
          <p:cNvSpPr txBox="1"/>
          <p:nvPr/>
        </p:nvSpPr>
        <p:spPr>
          <a:xfrm>
            <a:off x="1028699" y="3062643"/>
            <a:ext cx="14796007" cy="504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31801" marR="0" lvl="1" indent="-2159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2000"/>
              <a:buFont typeface="Arial"/>
              <a:buChar char="•"/>
            </a:pPr>
            <a:r>
              <a:rPr lang="en-US" sz="4000" dirty="0">
                <a:solidFill>
                  <a:srgbClr val="D8D8D8"/>
                </a:solidFill>
                <a:latin typeface="Poppins"/>
                <a:ea typeface="Poppins"/>
                <a:cs typeface="Poppins"/>
                <a:sym typeface="Poppins"/>
              </a:rPr>
              <a:t>Subscriptions for additional support</a:t>
            </a:r>
          </a:p>
          <a:p>
            <a:pPr marL="431801" marR="0" lvl="1" indent="-2159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2000"/>
              <a:buFont typeface="Arial"/>
              <a:buChar char="•"/>
            </a:pPr>
            <a:r>
              <a:rPr lang="en-US" sz="4000" b="0" i="0" u="none" strike="noStrike" cap="none" dirty="0">
                <a:solidFill>
                  <a:srgbClr val="D8D8D8"/>
                </a:solidFill>
                <a:latin typeface="Poppins"/>
                <a:ea typeface="Poppins"/>
                <a:cs typeface="Poppins"/>
                <a:sym typeface="Poppins"/>
              </a:rPr>
              <a:t>Premium modules</a:t>
            </a:r>
          </a:p>
          <a:p>
            <a:pPr marL="431801" lvl="1" indent="-215900">
              <a:lnSpc>
                <a:spcPct val="140000"/>
              </a:lnSpc>
              <a:buClr>
                <a:srgbClr val="D8D8D8"/>
              </a:buClr>
              <a:buSzPts val="2000"/>
              <a:buFont typeface="Arial"/>
              <a:buChar char="•"/>
            </a:pPr>
            <a:r>
              <a:rPr lang="en-US" sz="4000" dirty="0">
                <a:solidFill>
                  <a:srgbClr val="D8D8D8"/>
                </a:solidFill>
                <a:latin typeface="Poppins"/>
                <a:ea typeface="Poppins"/>
                <a:cs typeface="Poppins"/>
                <a:sym typeface="Poppins"/>
              </a:rPr>
              <a:t>OS ➡️ </a:t>
            </a:r>
            <a:r>
              <a:rPr lang="en-US" sz="4000" dirty="0" err="1">
                <a:solidFill>
                  <a:srgbClr val="D8D8D8"/>
                </a:solidFill>
                <a:latin typeface="Poppins"/>
                <a:ea typeface="Poppins"/>
                <a:cs typeface="Poppins"/>
                <a:sym typeface="Poppins"/>
              </a:rPr>
              <a:t>BoxLang</a:t>
            </a:r>
            <a:r>
              <a:rPr lang="en-US" sz="4000" dirty="0">
                <a:solidFill>
                  <a:srgbClr val="D8D8D8"/>
                </a:solidFill>
                <a:latin typeface="Poppins"/>
                <a:ea typeface="Poppins"/>
                <a:cs typeface="Poppins"/>
                <a:sym typeface="Poppins"/>
              </a:rPr>
              <a:t>+ ➡️ </a:t>
            </a:r>
            <a:r>
              <a:rPr lang="en-US" sz="4000" dirty="0" err="1">
                <a:solidFill>
                  <a:srgbClr val="D8D8D8"/>
                </a:solidFill>
                <a:latin typeface="Poppins"/>
                <a:ea typeface="Poppins"/>
                <a:cs typeface="Poppins"/>
                <a:sym typeface="Poppins"/>
              </a:rPr>
              <a:t>BoxLang</a:t>
            </a:r>
            <a:r>
              <a:rPr lang="en-US" sz="4000" dirty="0">
                <a:solidFill>
                  <a:srgbClr val="D8D8D8"/>
                </a:solidFill>
                <a:latin typeface="Poppins"/>
                <a:ea typeface="Poppins"/>
                <a:cs typeface="Poppins"/>
                <a:sym typeface="Poppins"/>
              </a:rPr>
              <a:t>++ ➡️ Custom</a:t>
            </a:r>
          </a:p>
          <a:p>
            <a:pPr marL="431801" lvl="1" indent="-215900">
              <a:lnSpc>
                <a:spcPct val="140000"/>
              </a:lnSpc>
              <a:buClr>
                <a:srgbClr val="D8D8D8"/>
              </a:buClr>
              <a:buSzPts val="2000"/>
              <a:buFont typeface="Arial"/>
              <a:buChar char="•"/>
            </a:pPr>
            <a:r>
              <a:rPr lang="en-US" sz="4000" dirty="0">
                <a:solidFill>
                  <a:srgbClr val="D8D8D8"/>
                </a:solidFill>
                <a:latin typeface="Poppins"/>
                <a:ea typeface="Poppins"/>
                <a:cs typeface="Poppins"/>
                <a:sym typeface="Poppins"/>
              </a:rPr>
              <a:t>Plans - https://www.boxlang.io/plans</a:t>
            </a:r>
            <a:endParaRPr lang="en-US" sz="4000" b="0" i="0" u="none" strike="noStrike" cap="none" dirty="0">
              <a:solidFill>
                <a:srgbClr val="D8D8D8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31801" marR="0" lvl="1" indent="-2159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2000"/>
              <a:buFont typeface="Arial"/>
              <a:buChar char="•"/>
            </a:pPr>
            <a:endParaRPr lang="en-US" sz="4000" b="0" i="0" u="none" strike="noStrike" cap="none" dirty="0">
              <a:solidFill>
                <a:srgbClr val="D8D8D8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31801" marR="0" lvl="1" indent="-2159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2000"/>
              <a:buFont typeface="Arial"/>
              <a:buChar char="•"/>
            </a:pPr>
            <a:endParaRPr lang="en-US" sz="2000" b="0" i="0" u="none" strike="noStrike" cap="none" dirty="0">
              <a:solidFill>
                <a:srgbClr val="D8D8D8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31801" marR="0" lvl="1" indent="-2159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2000"/>
              <a:buFont typeface="Arial"/>
              <a:buChar char="•"/>
            </a:pPr>
            <a:endParaRPr dirty="0"/>
          </a:p>
        </p:txBody>
      </p:sp>
      <p:sp>
        <p:nvSpPr>
          <p:cNvPr id="204" name="Google Shape;204;p5">
            <a:extLst>
              <a:ext uri="{FF2B5EF4-FFF2-40B4-BE49-F238E27FC236}">
                <a16:creationId xmlns:a16="http://schemas.microsoft.com/office/drawing/2014/main" id="{5339DE1C-88DE-5369-8867-EA45F85825E6}"/>
              </a:ext>
            </a:extLst>
          </p:cNvPr>
          <p:cNvSpPr txBox="1"/>
          <p:nvPr/>
        </p:nvSpPr>
        <p:spPr>
          <a:xfrm>
            <a:off x="1028700" y="1535938"/>
            <a:ext cx="10116466" cy="1154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0" i="0" u="none" strike="noStrike" cap="none" dirty="0">
                <a:solidFill>
                  <a:srgbClr val="F6F6F6"/>
                </a:solidFill>
                <a:latin typeface="Poppins"/>
                <a:ea typeface="Poppins"/>
                <a:cs typeface="Poppins"/>
                <a:sym typeface="Poppins"/>
              </a:rPr>
              <a:t>What?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774869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>
          <a:extLst>
            <a:ext uri="{FF2B5EF4-FFF2-40B4-BE49-F238E27FC236}">
              <a16:creationId xmlns:a16="http://schemas.microsoft.com/office/drawing/2014/main" id="{57BC04CD-8D5C-660C-D803-CF8C4A7D57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5">
            <a:extLst>
              <a:ext uri="{FF2B5EF4-FFF2-40B4-BE49-F238E27FC236}">
                <a16:creationId xmlns:a16="http://schemas.microsoft.com/office/drawing/2014/main" id="{E1E8F8C6-DADE-1DCF-DC11-5D6838BCF1F4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17591" b="-17591"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192" name="Google Shape;192;p5">
            <a:extLst>
              <a:ext uri="{FF2B5EF4-FFF2-40B4-BE49-F238E27FC236}">
                <a16:creationId xmlns:a16="http://schemas.microsoft.com/office/drawing/2014/main" id="{7F205E6C-67D1-4687-C3FD-E7CDFFA6BAE4}"/>
              </a:ext>
            </a:extLst>
          </p:cNvPr>
          <p:cNvGrpSpPr/>
          <p:nvPr/>
        </p:nvGrpSpPr>
        <p:grpSpPr>
          <a:xfrm>
            <a:off x="0" y="9351219"/>
            <a:ext cx="18288000" cy="935781"/>
            <a:chOff x="0" y="-57150"/>
            <a:chExt cx="4816593" cy="246461"/>
          </a:xfrm>
        </p:grpSpPr>
        <p:sp>
          <p:nvSpPr>
            <p:cNvPr id="193" name="Google Shape;193;p5">
              <a:extLst>
                <a:ext uri="{FF2B5EF4-FFF2-40B4-BE49-F238E27FC236}">
                  <a16:creationId xmlns:a16="http://schemas.microsoft.com/office/drawing/2014/main" id="{0F216199-5EEF-F214-242C-79796BB1723A}"/>
                </a:ext>
              </a:extLst>
            </p:cNvPr>
            <p:cNvSpPr/>
            <p:nvPr/>
          </p:nvSpPr>
          <p:spPr>
            <a:xfrm>
              <a:off x="0" y="0"/>
              <a:ext cx="4816592" cy="189311"/>
            </a:xfrm>
            <a:custGeom>
              <a:avLst/>
              <a:gdLst/>
              <a:ahLst/>
              <a:cxnLst/>
              <a:rect l="l" t="t" r="r" b="b"/>
              <a:pathLst>
                <a:path w="4816592" h="189311" extrusionOk="0">
                  <a:moveTo>
                    <a:pt x="0" y="0"/>
                  </a:moveTo>
                  <a:lnTo>
                    <a:pt x="4816592" y="0"/>
                  </a:lnTo>
                  <a:lnTo>
                    <a:pt x="4816592" y="189311"/>
                  </a:lnTo>
                  <a:lnTo>
                    <a:pt x="0" y="189311"/>
                  </a:lnTo>
                  <a:close/>
                </a:path>
              </a:pathLst>
            </a:custGeom>
            <a:solidFill>
              <a:srgbClr val="272A38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4" name="Google Shape;194;p5">
              <a:extLst>
                <a:ext uri="{FF2B5EF4-FFF2-40B4-BE49-F238E27FC236}">
                  <a16:creationId xmlns:a16="http://schemas.microsoft.com/office/drawing/2014/main" id="{FBC30903-C33B-4068-4934-5C924C6C2F26}"/>
                </a:ext>
              </a:extLst>
            </p:cNvPr>
            <p:cNvSpPr txBox="1"/>
            <p:nvPr/>
          </p:nvSpPr>
          <p:spPr>
            <a:xfrm>
              <a:off x="0" y="-57150"/>
              <a:ext cx="4816593" cy="2464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5" name="Google Shape;195;p5">
            <a:extLst>
              <a:ext uri="{FF2B5EF4-FFF2-40B4-BE49-F238E27FC236}">
                <a16:creationId xmlns:a16="http://schemas.microsoft.com/office/drawing/2014/main" id="{8A9E9105-D15F-8FB7-2A63-8A4AB5EA649A}"/>
              </a:ext>
            </a:extLst>
          </p:cNvPr>
          <p:cNvGrpSpPr/>
          <p:nvPr/>
        </p:nvGrpSpPr>
        <p:grpSpPr>
          <a:xfrm>
            <a:off x="-6189110" y="-7534167"/>
            <a:ext cx="26133391" cy="26171339"/>
            <a:chOff x="0" y="0"/>
            <a:chExt cx="34844521" cy="34895118"/>
          </a:xfrm>
        </p:grpSpPr>
        <p:sp>
          <p:nvSpPr>
            <p:cNvPr id="196" name="Google Shape;196;p5">
              <a:extLst>
                <a:ext uri="{FF2B5EF4-FFF2-40B4-BE49-F238E27FC236}">
                  <a16:creationId xmlns:a16="http://schemas.microsoft.com/office/drawing/2014/main" id="{4A4AD7CD-7693-1FA3-DD15-7BE38F5A2074}"/>
                </a:ext>
              </a:extLst>
            </p:cNvPr>
            <p:cNvSpPr/>
            <p:nvPr/>
          </p:nvSpPr>
          <p:spPr>
            <a:xfrm rot="-9088373">
              <a:off x="13956475" y="13224406"/>
              <a:ext cx="17504077" cy="18621359"/>
            </a:xfrm>
            <a:custGeom>
              <a:avLst/>
              <a:gdLst/>
              <a:ahLst/>
              <a:cxnLst/>
              <a:rect l="l" t="t" r="r" b="b"/>
              <a:pathLst>
                <a:path w="17504077" h="18621359" extrusionOk="0">
                  <a:moveTo>
                    <a:pt x="0" y="0"/>
                  </a:moveTo>
                  <a:lnTo>
                    <a:pt x="17504077" y="0"/>
                  </a:lnTo>
                  <a:lnTo>
                    <a:pt x="17504077" y="18621358"/>
                  </a:lnTo>
                  <a:lnTo>
                    <a:pt x="0" y="1862135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 amt="65999"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7" name="Google Shape;197;p5">
              <a:extLst>
                <a:ext uri="{FF2B5EF4-FFF2-40B4-BE49-F238E27FC236}">
                  <a16:creationId xmlns:a16="http://schemas.microsoft.com/office/drawing/2014/main" id="{7168992B-C37F-5FCD-4E08-008262AF1B54}"/>
                </a:ext>
              </a:extLst>
            </p:cNvPr>
            <p:cNvSpPr/>
            <p:nvPr/>
          </p:nvSpPr>
          <p:spPr>
            <a:xfrm rot="1794495">
              <a:off x="2804490" y="2519802"/>
              <a:ext cx="14119029" cy="15020243"/>
            </a:xfrm>
            <a:custGeom>
              <a:avLst/>
              <a:gdLst/>
              <a:ahLst/>
              <a:cxnLst/>
              <a:rect l="l" t="t" r="r" b="b"/>
              <a:pathLst>
                <a:path w="14119029" h="15020243" extrusionOk="0">
                  <a:moveTo>
                    <a:pt x="0" y="0"/>
                  </a:moveTo>
                  <a:lnTo>
                    <a:pt x="14119029" y="0"/>
                  </a:lnTo>
                  <a:lnTo>
                    <a:pt x="14119029" y="15020243"/>
                  </a:lnTo>
                  <a:lnTo>
                    <a:pt x="0" y="1502024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 amt="55000"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02" name="Google Shape;202;p5">
            <a:extLst>
              <a:ext uri="{FF2B5EF4-FFF2-40B4-BE49-F238E27FC236}">
                <a16:creationId xmlns:a16="http://schemas.microsoft.com/office/drawing/2014/main" id="{52101410-C402-D6A9-0602-E3250C972AAC}"/>
              </a:ext>
            </a:extLst>
          </p:cNvPr>
          <p:cNvSpPr txBox="1"/>
          <p:nvPr/>
        </p:nvSpPr>
        <p:spPr>
          <a:xfrm>
            <a:off x="1028699" y="3062643"/>
            <a:ext cx="14796007" cy="41796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31801" marR="0" lvl="1" indent="-2159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2000"/>
              <a:buFont typeface="Arial"/>
              <a:buChar char="•"/>
            </a:pPr>
            <a:r>
              <a:rPr lang="en-US" sz="4000" dirty="0" err="1">
                <a:solidFill>
                  <a:srgbClr val="D8D8D8"/>
                </a:solidFill>
                <a:latin typeface="Poppins"/>
                <a:ea typeface="Poppins"/>
                <a:cs typeface="Poppins"/>
                <a:sym typeface="Poppins"/>
              </a:rPr>
              <a:t>BoxLang</a:t>
            </a:r>
            <a:r>
              <a:rPr lang="en-US" sz="4000" dirty="0">
                <a:solidFill>
                  <a:srgbClr val="D8D8D8"/>
                </a:solidFill>
                <a:latin typeface="Poppins"/>
                <a:ea typeface="Poppins"/>
                <a:cs typeface="Poppins"/>
                <a:sym typeface="Poppins"/>
              </a:rPr>
              <a:t> Admin</a:t>
            </a:r>
          </a:p>
          <a:p>
            <a:pPr marL="431801" marR="0" lvl="1" indent="-2159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2000"/>
              <a:buFont typeface="Arial"/>
              <a:buChar char="•"/>
            </a:pPr>
            <a:r>
              <a:rPr lang="en-US" sz="4000" b="0" i="0" u="none" strike="noStrike" cap="none" dirty="0">
                <a:solidFill>
                  <a:srgbClr val="D8D8D8"/>
                </a:solidFill>
                <a:latin typeface="Poppins"/>
                <a:ea typeface="Poppins"/>
                <a:cs typeface="Poppins"/>
                <a:sym typeface="Poppins"/>
              </a:rPr>
              <a:t>Electron app running </a:t>
            </a:r>
            <a:r>
              <a:rPr lang="en-US" sz="4000" b="0" i="0" u="none" strike="noStrike" cap="none" dirty="0" err="1">
                <a:solidFill>
                  <a:srgbClr val="D8D8D8"/>
                </a:solidFill>
                <a:latin typeface="Poppins"/>
                <a:ea typeface="Poppins"/>
                <a:cs typeface="Poppins"/>
                <a:sym typeface="Poppins"/>
              </a:rPr>
              <a:t>ColdBox</a:t>
            </a:r>
            <a:endParaRPr lang="en-US" sz="4000" b="0" i="0" u="none" strike="noStrike" cap="none" dirty="0">
              <a:solidFill>
                <a:srgbClr val="D8D8D8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31801" marR="0" lvl="1" indent="-2159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2000"/>
              <a:buFont typeface="Arial"/>
              <a:buChar char="•"/>
            </a:pPr>
            <a:r>
              <a:rPr lang="en-US" sz="4000" dirty="0">
                <a:solidFill>
                  <a:srgbClr val="D8D8D8"/>
                </a:solidFill>
                <a:latin typeface="Poppins"/>
                <a:ea typeface="Poppins"/>
                <a:cs typeface="Poppins"/>
                <a:sym typeface="Poppins"/>
              </a:rPr>
              <a:t>More modules</a:t>
            </a:r>
            <a:endParaRPr lang="en-US" sz="4000" b="0" i="0" u="none" strike="noStrike" cap="none" dirty="0">
              <a:solidFill>
                <a:srgbClr val="D8D8D8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31801" marR="0" lvl="1" indent="-2159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2000"/>
              <a:buFont typeface="Arial"/>
              <a:buChar char="•"/>
            </a:pPr>
            <a:endParaRPr lang="en-US" sz="4000" b="0" i="0" u="none" strike="noStrike" cap="none" dirty="0">
              <a:solidFill>
                <a:srgbClr val="D8D8D8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31801" marR="0" lvl="1" indent="-2159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2000"/>
              <a:buFont typeface="Arial"/>
              <a:buChar char="•"/>
            </a:pPr>
            <a:endParaRPr lang="en-US" sz="2000" b="0" i="0" u="none" strike="noStrike" cap="none" dirty="0">
              <a:solidFill>
                <a:srgbClr val="D8D8D8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31801" marR="0" lvl="1" indent="-2159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2000"/>
              <a:buFont typeface="Arial"/>
              <a:buChar char="•"/>
            </a:pPr>
            <a:endParaRPr dirty="0"/>
          </a:p>
        </p:txBody>
      </p:sp>
      <p:sp>
        <p:nvSpPr>
          <p:cNvPr id="204" name="Google Shape;204;p5">
            <a:extLst>
              <a:ext uri="{FF2B5EF4-FFF2-40B4-BE49-F238E27FC236}">
                <a16:creationId xmlns:a16="http://schemas.microsoft.com/office/drawing/2014/main" id="{A424B385-9365-F9A6-C2FD-855000572DF2}"/>
              </a:ext>
            </a:extLst>
          </p:cNvPr>
          <p:cNvSpPr txBox="1"/>
          <p:nvPr/>
        </p:nvSpPr>
        <p:spPr>
          <a:xfrm>
            <a:off x="1028700" y="1535938"/>
            <a:ext cx="10116466" cy="1154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0" i="0" u="none" strike="noStrike" cap="none" dirty="0">
                <a:solidFill>
                  <a:srgbClr val="F6F6F6"/>
                </a:solidFill>
                <a:latin typeface="Poppins"/>
                <a:ea typeface="Poppins"/>
                <a:cs typeface="Poppins"/>
                <a:sym typeface="Poppins"/>
              </a:rPr>
              <a:t>What (Soonish)?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210188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>
          <a:extLst>
            <a:ext uri="{FF2B5EF4-FFF2-40B4-BE49-F238E27FC236}">
              <a16:creationId xmlns:a16="http://schemas.microsoft.com/office/drawing/2014/main" id="{050540C4-4703-80C4-2F3F-8F10DEE37A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5">
            <a:extLst>
              <a:ext uri="{FF2B5EF4-FFF2-40B4-BE49-F238E27FC236}">
                <a16:creationId xmlns:a16="http://schemas.microsoft.com/office/drawing/2014/main" id="{2873A12A-2940-A7B9-AF99-FEB58EE25EA5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17591" b="-17591"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192" name="Google Shape;192;p5">
            <a:extLst>
              <a:ext uri="{FF2B5EF4-FFF2-40B4-BE49-F238E27FC236}">
                <a16:creationId xmlns:a16="http://schemas.microsoft.com/office/drawing/2014/main" id="{66E7C5B7-3466-32E2-4A5D-99E152E93B7A}"/>
              </a:ext>
            </a:extLst>
          </p:cNvPr>
          <p:cNvGrpSpPr/>
          <p:nvPr/>
        </p:nvGrpSpPr>
        <p:grpSpPr>
          <a:xfrm>
            <a:off x="0" y="9351219"/>
            <a:ext cx="18288000" cy="935781"/>
            <a:chOff x="0" y="-57150"/>
            <a:chExt cx="4816593" cy="246461"/>
          </a:xfrm>
        </p:grpSpPr>
        <p:sp>
          <p:nvSpPr>
            <p:cNvPr id="193" name="Google Shape;193;p5">
              <a:extLst>
                <a:ext uri="{FF2B5EF4-FFF2-40B4-BE49-F238E27FC236}">
                  <a16:creationId xmlns:a16="http://schemas.microsoft.com/office/drawing/2014/main" id="{76DA9C5F-0ECF-9031-5B78-9C2AFD548F1B}"/>
                </a:ext>
              </a:extLst>
            </p:cNvPr>
            <p:cNvSpPr/>
            <p:nvPr/>
          </p:nvSpPr>
          <p:spPr>
            <a:xfrm>
              <a:off x="0" y="0"/>
              <a:ext cx="4816592" cy="189311"/>
            </a:xfrm>
            <a:custGeom>
              <a:avLst/>
              <a:gdLst/>
              <a:ahLst/>
              <a:cxnLst/>
              <a:rect l="l" t="t" r="r" b="b"/>
              <a:pathLst>
                <a:path w="4816592" h="189311" extrusionOk="0">
                  <a:moveTo>
                    <a:pt x="0" y="0"/>
                  </a:moveTo>
                  <a:lnTo>
                    <a:pt x="4816592" y="0"/>
                  </a:lnTo>
                  <a:lnTo>
                    <a:pt x="4816592" y="189311"/>
                  </a:lnTo>
                  <a:lnTo>
                    <a:pt x="0" y="189311"/>
                  </a:lnTo>
                  <a:close/>
                </a:path>
              </a:pathLst>
            </a:custGeom>
            <a:solidFill>
              <a:srgbClr val="272A38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4" name="Google Shape;194;p5">
              <a:extLst>
                <a:ext uri="{FF2B5EF4-FFF2-40B4-BE49-F238E27FC236}">
                  <a16:creationId xmlns:a16="http://schemas.microsoft.com/office/drawing/2014/main" id="{7C806847-A72D-1137-E52A-67A14CCDB8F5}"/>
                </a:ext>
              </a:extLst>
            </p:cNvPr>
            <p:cNvSpPr txBox="1"/>
            <p:nvPr/>
          </p:nvSpPr>
          <p:spPr>
            <a:xfrm>
              <a:off x="0" y="-57150"/>
              <a:ext cx="4816593" cy="2464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5" name="Google Shape;195;p5">
            <a:extLst>
              <a:ext uri="{FF2B5EF4-FFF2-40B4-BE49-F238E27FC236}">
                <a16:creationId xmlns:a16="http://schemas.microsoft.com/office/drawing/2014/main" id="{4C3FFC23-9436-5016-3811-F5B9306523A2}"/>
              </a:ext>
            </a:extLst>
          </p:cNvPr>
          <p:cNvGrpSpPr/>
          <p:nvPr/>
        </p:nvGrpSpPr>
        <p:grpSpPr>
          <a:xfrm>
            <a:off x="-6189110" y="-7518927"/>
            <a:ext cx="26133391" cy="26171339"/>
            <a:chOff x="0" y="0"/>
            <a:chExt cx="34844521" cy="34895118"/>
          </a:xfrm>
        </p:grpSpPr>
        <p:sp>
          <p:nvSpPr>
            <p:cNvPr id="196" name="Google Shape;196;p5">
              <a:extLst>
                <a:ext uri="{FF2B5EF4-FFF2-40B4-BE49-F238E27FC236}">
                  <a16:creationId xmlns:a16="http://schemas.microsoft.com/office/drawing/2014/main" id="{E6E71650-455F-B3F2-0D03-567093B21A3E}"/>
                </a:ext>
              </a:extLst>
            </p:cNvPr>
            <p:cNvSpPr/>
            <p:nvPr/>
          </p:nvSpPr>
          <p:spPr>
            <a:xfrm rot="-9088373">
              <a:off x="13956475" y="13224406"/>
              <a:ext cx="17504077" cy="18621359"/>
            </a:xfrm>
            <a:custGeom>
              <a:avLst/>
              <a:gdLst/>
              <a:ahLst/>
              <a:cxnLst/>
              <a:rect l="l" t="t" r="r" b="b"/>
              <a:pathLst>
                <a:path w="17504077" h="18621359" extrusionOk="0">
                  <a:moveTo>
                    <a:pt x="0" y="0"/>
                  </a:moveTo>
                  <a:lnTo>
                    <a:pt x="17504077" y="0"/>
                  </a:lnTo>
                  <a:lnTo>
                    <a:pt x="17504077" y="18621358"/>
                  </a:lnTo>
                  <a:lnTo>
                    <a:pt x="0" y="1862135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 amt="65999"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7" name="Google Shape;197;p5">
              <a:extLst>
                <a:ext uri="{FF2B5EF4-FFF2-40B4-BE49-F238E27FC236}">
                  <a16:creationId xmlns:a16="http://schemas.microsoft.com/office/drawing/2014/main" id="{A28F94E3-D0A4-A319-2D41-643ADA63FB0C}"/>
                </a:ext>
              </a:extLst>
            </p:cNvPr>
            <p:cNvSpPr/>
            <p:nvPr/>
          </p:nvSpPr>
          <p:spPr>
            <a:xfrm rot="1794495">
              <a:off x="2804490" y="2519802"/>
              <a:ext cx="14119029" cy="15020243"/>
            </a:xfrm>
            <a:custGeom>
              <a:avLst/>
              <a:gdLst/>
              <a:ahLst/>
              <a:cxnLst/>
              <a:rect l="l" t="t" r="r" b="b"/>
              <a:pathLst>
                <a:path w="14119029" h="15020243" extrusionOk="0">
                  <a:moveTo>
                    <a:pt x="0" y="0"/>
                  </a:moveTo>
                  <a:lnTo>
                    <a:pt x="14119029" y="0"/>
                  </a:lnTo>
                  <a:lnTo>
                    <a:pt x="14119029" y="15020243"/>
                  </a:lnTo>
                  <a:lnTo>
                    <a:pt x="0" y="1502024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 amt="55000"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02" name="Google Shape;202;p5">
            <a:extLst>
              <a:ext uri="{FF2B5EF4-FFF2-40B4-BE49-F238E27FC236}">
                <a16:creationId xmlns:a16="http://schemas.microsoft.com/office/drawing/2014/main" id="{2623AD75-1286-716E-F9F7-A4C991677A02}"/>
              </a:ext>
            </a:extLst>
          </p:cNvPr>
          <p:cNvSpPr txBox="1"/>
          <p:nvPr/>
        </p:nvSpPr>
        <p:spPr>
          <a:xfrm>
            <a:off x="1028699" y="3062643"/>
            <a:ext cx="14796007" cy="331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31801" marR="0" lvl="1" indent="-2159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2000"/>
              <a:buFont typeface="Arial"/>
              <a:buChar char="•"/>
            </a:pPr>
            <a:r>
              <a:rPr lang="en-US" sz="4000" b="0" i="0" u="none" strike="noStrike" cap="none" dirty="0">
                <a:solidFill>
                  <a:srgbClr val="D8D8D8"/>
                </a:solidFill>
                <a:latin typeface="Poppins"/>
                <a:ea typeface="Poppins"/>
                <a:cs typeface="Poppins"/>
                <a:sym typeface="Poppins"/>
              </a:rPr>
              <a:t>CLIs and tooling</a:t>
            </a:r>
          </a:p>
          <a:p>
            <a:pPr marL="431801" marR="0" lvl="1" indent="-2159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2000"/>
              <a:buFont typeface="Arial"/>
              <a:buChar char="•"/>
            </a:pPr>
            <a:r>
              <a:rPr lang="en-US" sz="4000" dirty="0">
                <a:solidFill>
                  <a:srgbClr val="D8D8D8"/>
                </a:solidFill>
                <a:latin typeface="Poppins"/>
                <a:ea typeface="Poppins"/>
                <a:cs typeface="Poppins"/>
                <a:sym typeface="Poppins"/>
              </a:rPr>
              <a:t>Serverless APIs</a:t>
            </a:r>
          </a:p>
          <a:p>
            <a:pPr marL="431801" marR="0" lvl="1" indent="-2159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2000"/>
              <a:buFont typeface="Arial"/>
              <a:buChar char="•"/>
            </a:pPr>
            <a:r>
              <a:rPr lang="en-US" sz="4000" b="0" i="0" u="none" strike="noStrike" cap="none" dirty="0">
                <a:solidFill>
                  <a:srgbClr val="D8D8D8"/>
                </a:solidFill>
                <a:latin typeface="Poppins"/>
                <a:ea typeface="Poppins"/>
                <a:cs typeface="Poppins"/>
                <a:sym typeface="Poppins"/>
              </a:rPr>
              <a:t>Web Applications (with powerful framework)</a:t>
            </a:r>
          </a:p>
          <a:p>
            <a:pPr marL="431801" marR="0" lvl="1" indent="-2159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2000"/>
              <a:buFont typeface="Arial"/>
              <a:buChar char="•"/>
            </a:pPr>
            <a:endParaRPr lang="en-US" sz="2000" b="0" i="0" u="none" strike="noStrike" cap="none" dirty="0">
              <a:solidFill>
                <a:srgbClr val="D8D8D8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31801" marR="0" lvl="1" indent="-2159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2000"/>
              <a:buFont typeface="Arial"/>
              <a:buChar char="•"/>
            </a:pPr>
            <a:endParaRPr lang="en-US" dirty="0"/>
          </a:p>
        </p:txBody>
      </p:sp>
      <p:sp>
        <p:nvSpPr>
          <p:cNvPr id="204" name="Google Shape;204;p5">
            <a:extLst>
              <a:ext uri="{FF2B5EF4-FFF2-40B4-BE49-F238E27FC236}">
                <a16:creationId xmlns:a16="http://schemas.microsoft.com/office/drawing/2014/main" id="{68FBB27D-D652-425E-5318-EFE329B7843D}"/>
              </a:ext>
            </a:extLst>
          </p:cNvPr>
          <p:cNvSpPr txBox="1"/>
          <p:nvPr/>
        </p:nvSpPr>
        <p:spPr>
          <a:xfrm>
            <a:off x="1028700" y="1535938"/>
            <a:ext cx="10116466" cy="1154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0" i="0" u="none" strike="noStrike" cap="none" dirty="0">
                <a:solidFill>
                  <a:srgbClr val="F6F6F6"/>
                </a:solidFill>
                <a:latin typeface="Poppins"/>
                <a:ea typeface="Poppins"/>
                <a:cs typeface="Poppins"/>
                <a:sym typeface="Poppins"/>
              </a:rPr>
              <a:t>Why?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311692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>
          <a:extLst>
            <a:ext uri="{FF2B5EF4-FFF2-40B4-BE49-F238E27FC236}">
              <a16:creationId xmlns:a16="http://schemas.microsoft.com/office/drawing/2014/main" id="{B863E06E-0386-F237-1613-7F6C4AD7D1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5">
            <a:extLst>
              <a:ext uri="{FF2B5EF4-FFF2-40B4-BE49-F238E27FC236}">
                <a16:creationId xmlns:a16="http://schemas.microsoft.com/office/drawing/2014/main" id="{CAFC4AE8-B0D6-5BE6-80A3-FCE5B9E2A90F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17591" b="-17591"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192" name="Google Shape;192;p5">
            <a:extLst>
              <a:ext uri="{FF2B5EF4-FFF2-40B4-BE49-F238E27FC236}">
                <a16:creationId xmlns:a16="http://schemas.microsoft.com/office/drawing/2014/main" id="{0751C56C-D89C-117D-81B3-7DF87D202315}"/>
              </a:ext>
            </a:extLst>
          </p:cNvPr>
          <p:cNvGrpSpPr/>
          <p:nvPr/>
        </p:nvGrpSpPr>
        <p:grpSpPr>
          <a:xfrm>
            <a:off x="0" y="9351219"/>
            <a:ext cx="18288000" cy="935781"/>
            <a:chOff x="0" y="-57150"/>
            <a:chExt cx="4816593" cy="246461"/>
          </a:xfrm>
        </p:grpSpPr>
        <p:sp>
          <p:nvSpPr>
            <p:cNvPr id="193" name="Google Shape;193;p5">
              <a:extLst>
                <a:ext uri="{FF2B5EF4-FFF2-40B4-BE49-F238E27FC236}">
                  <a16:creationId xmlns:a16="http://schemas.microsoft.com/office/drawing/2014/main" id="{12818F2E-FEE5-2849-03F1-1F8F5037AA5F}"/>
                </a:ext>
              </a:extLst>
            </p:cNvPr>
            <p:cNvSpPr/>
            <p:nvPr/>
          </p:nvSpPr>
          <p:spPr>
            <a:xfrm>
              <a:off x="0" y="0"/>
              <a:ext cx="4816592" cy="189311"/>
            </a:xfrm>
            <a:custGeom>
              <a:avLst/>
              <a:gdLst/>
              <a:ahLst/>
              <a:cxnLst/>
              <a:rect l="l" t="t" r="r" b="b"/>
              <a:pathLst>
                <a:path w="4816592" h="189311" extrusionOk="0">
                  <a:moveTo>
                    <a:pt x="0" y="0"/>
                  </a:moveTo>
                  <a:lnTo>
                    <a:pt x="4816592" y="0"/>
                  </a:lnTo>
                  <a:lnTo>
                    <a:pt x="4816592" y="189311"/>
                  </a:lnTo>
                  <a:lnTo>
                    <a:pt x="0" y="189311"/>
                  </a:lnTo>
                  <a:close/>
                </a:path>
              </a:pathLst>
            </a:custGeom>
            <a:solidFill>
              <a:srgbClr val="272A38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4" name="Google Shape;194;p5">
              <a:extLst>
                <a:ext uri="{FF2B5EF4-FFF2-40B4-BE49-F238E27FC236}">
                  <a16:creationId xmlns:a16="http://schemas.microsoft.com/office/drawing/2014/main" id="{99C6145A-631C-1DCB-56D7-5B1DB9A1761D}"/>
                </a:ext>
              </a:extLst>
            </p:cNvPr>
            <p:cNvSpPr txBox="1"/>
            <p:nvPr/>
          </p:nvSpPr>
          <p:spPr>
            <a:xfrm>
              <a:off x="0" y="-57150"/>
              <a:ext cx="4816593" cy="2464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5" name="Google Shape;195;p5">
            <a:extLst>
              <a:ext uri="{FF2B5EF4-FFF2-40B4-BE49-F238E27FC236}">
                <a16:creationId xmlns:a16="http://schemas.microsoft.com/office/drawing/2014/main" id="{B9A19597-DA95-2667-F1C7-B29D75F6D79B}"/>
              </a:ext>
            </a:extLst>
          </p:cNvPr>
          <p:cNvGrpSpPr/>
          <p:nvPr/>
        </p:nvGrpSpPr>
        <p:grpSpPr>
          <a:xfrm>
            <a:off x="-6189110" y="-7534167"/>
            <a:ext cx="26133391" cy="26171339"/>
            <a:chOff x="0" y="0"/>
            <a:chExt cx="34844521" cy="34895118"/>
          </a:xfrm>
        </p:grpSpPr>
        <p:sp>
          <p:nvSpPr>
            <p:cNvPr id="196" name="Google Shape;196;p5">
              <a:extLst>
                <a:ext uri="{FF2B5EF4-FFF2-40B4-BE49-F238E27FC236}">
                  <a16:creationId xmlns:a16="http://schemas.microsoft.com/office/drawing/2014/main" id="{65A22CBF-5EF1-AA60-C39B-A83285485DE1}"/>
                </a:ext>
              </a:extLst>
            </p:cNvPr>
            <p:cNvSpPr/>
            <p:nvPr/>
          </p:nvSpPr>
          <p:spPr>
            <a:xfrm rot="-9088373">
              <a:off x="13956475" y="13224406"/>
              <a:ext cx="17504077" cy="18621359"/>
            </a:xfrm>
            <a:custGeom>
              <a:avLst/>
              <a:gdLst/>
              <a:ahLst/>
              <a:cxnLst/>
              <a:rect l="l" t="t" r="r" b="b"/>
              <a:pathLst>
                <a:path w="17504077" h="18621359" extrusionOk="0">
                  <a:moveTo>
                    <a:pt x="0" y="0"/>
                  </a:moveTo>
                  <a:lnTo>
                    <a:pt x="17504077" y="0"/>
                  </a:lnTo>
                  <a:lnTo>
                    <a:pt x="17504077" y="18621358"/>
                  </a:lnTo>
                  <a:lnTo>
                    <a:pt x="0" y="1862135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 amt="65999"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7" name="Google Shape;197;p5">
              <a:extLst>
                <a:ext uri="{FF2B5EF4-FFF2-40B4-BE49-F238E27FC236}">
                  <a16:creationId xmlns:a16="http://schemas.microsoft.com/office/drawing/2014/main" id="{A266D91C-B53C-E2D3-7FD3-CE2D2FCADF5C}"/>
                </a:ext>
              </a:extLst>
            </p:cNvPr>
            <p:cNvSpPr/>
            <p:nvPr/>
          </p:nvSpPr>
          <p:spPr>
            <a:xfrm rot="1794495">
              <a:off x="2804490" y="2519802"/>
              <a:ext cx="14119029" cy="15020243"/>
            </a:xfrm>
            <a:custGeom>
              <a:avLst/>
              <a:gdLst/>
              <a:ahLst/>
              <a:cxnLst/>
              <a:rect l="l" t="t" r="r" b="b"/>
              <a:pathLst>
                <a:path w="14119029" h="15020243" extrusionOk="0">
                  <a:moveTo>
                    <a:pt x="0" y="0"/>
                  </a:moveTo>
                  <a:lnTo>
                    <a:pt x="14119029" y="0"/>
                  </a:lnTo>
                  <a:lnTo>
                    <a:pt x="14119029" y="15020243"/>
                  </a:lnTo>
                  <a:lnTo>
                    <a:pt x="0" y="1502024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 amt="55000"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02" name="Google Shape;202;p5">
            <a:extLst>
              <a:ext uri="{FF2B5EF4-FFF2-40B4-BE49-F238E27FC236}">
                <a16:creationId xmlns:a16="http://schemas.microsoft.com/office/drawing/2014/main" id="{D5C93381-4E7E-0FC1-3B92-E15156E5EAF4}"/>
              </a:ext>
            </a:extLst>
          </p:cNvPr>
          <p:cNvSpPr txBox="1"/>
          <p:nvPr/>
        </p:nvSpPr>
        <p:spPr>
          <a:xfrm>
            <a:off x="1028699" y="3062643"/>
            <a:ext cx="14796007" cy="67649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31801" marR="0" lvl="1" indent="-2159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2000"/>
              <a:buFont typeface="Arial"/>
              <a:buChar char="•"/>
            </a:pPr>
            <a:r>
              <a:rPr lang="en-US" sz="4000" b="0" i="0" u="none" strike="noStrike" cap="none" dirty="0">
                <a:solidFill>
                  <a:srgbClr val="D8D8D8"/>
                </a:solidFill>
                <a:latin typeface="Poppins"/>
                <a:ea typeface="Poppins"/>
                <a:cs typeface="Poppins"/>
                <a:sym typeface="Poppins"/>
              </a:rPr>
              <a:t>Install the JDK (21+ minimum)</a:t>
            </a:r>
          </a:p>
          <a:p>
            <a:pPr marL="431801" marR="0" lvl="1" indent="-2159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2000"/>
              <a:buFont typeface="Arial"/>
              <a:buChar char="•"/>
            </a:pPr>
            <a:r>
              <a:rPr lang="en-US" sz="4000" b="0" i="0" u="none" strike="noStrike" cap="none" dirty="0">
                <a:solidFill>
                  <a:srgbClr val="D8D8D8"/>
                </a:solidFill>
                <a:latin typeface="Poppins"/>
                <a:ea typeface="Poppins"/>
                <a:cs typeface="Poppins"/>
                <a:sym typeface="Poppins"/>
              </a:rPr>
              <a:t>Install the binaries (</a:t>
            </a:r>
            <a:r>
              <a:rPr lang="en-US" sz="4000" b="0" i="0" u="none" strike="noStrike" cap="none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Doc</a:t>
            </a:r>
            <a:r>
              <a:rPr lang="en-US" sz="4000" b="0" i="0" u="none" strike="noStrike" cap="none" dirty="0">
                <a:solidFill>
                  <a:srgbClr val="D8D8D8"/>
                </a:solidFill>
                <a:latin typeface="Poppins"/>
                <a:ea typeface="Poppins"/>
                <a:cs typeface="Poppins"/>
                <a:sym typeface="Poppins"/>
              </a:rPr>
              <a:t>)</a:t>
            </a:r>
          </a:p>
          <a:p>
            <a:pPr marL="431801" marR="0" lvl="1" indent="-2159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2000"/>
              <a:buFont typeface="Arial"/>
              <a:buChar char="•"/>
            </a:pPr>
            <a:r>
              <a:rPr lang="en-US" sz="4000" dirty="0">
                <a:solidFill>
                  <a:srgbClr val="D8D8D8"/>
                </a:solidFill>
                <a:latin typeface="Poppins"/>
                <a:ea typeface="Poppins"/>
                <a:cs typeface="Poppins"/>
                <a:sym typeface="Poppins"/>
              </a:rPr>
              <a:t>Install the IDE (</a:t>
            </a:r>
            <a:r>
              <a:rPr lang="en-US" sz="400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Doc</a:t>
            </a:r>
            <a:r>
              <a:rPr lang="en-US" sz="4000" dirty="0">
                <a:solidFill>
                  <a:srgbClr val="D8D8D8"/>
                </a:solidFill>
                <a:latin typeface="Poppins"/>
                <a:ea typeface="Poppins"/>
                <a:cs typeface="Poppins"/>
                <a:sym typeface="Poppins"/>
              </a:rPr>
              <a:t>)</a:t>
            </a:r>
          </a:p>
          <a:p>
            <a:pPr marL="431801" marR="0" lvl="1" indent="-2159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2000"/>
              <a:buFont typeface="Arial"/>
              <a:buChar char="•"/>
            </a:pPr>
            <a:r>
              <a:rPr lang="en-US" sz="4000" dirty="0">
                <a:solidFill>
                  <a:srgbClr val="D8D8D8"/>
                </a:solidFill>
                <a:latin typeface="Poppins"/>
                <a:ea typeface="Poppins"/>
                <a:cs typeface="Poppins"/>
                <a:sym typeface="Poppins"/>
              </a:rPr>
              <a:t>CLI tools: </a:t>
            </a:r>
            <a:r>
              <a:rPr lang="en-US" sz="4000" b="0" i="0" u="none" strike="noStrike" cap="none" dirty="0" err="1">
                <a:solidFill>
                  <a:srgbClr val="D8D8D8"/>
                </a:solidFill>
                <a:latin typeface="Consolas" panose="020B0609020204030204" pitchFamily="49" charset="0"/>
                <a:ea typeface="Poppins"/>
                <a:cs typeface="Poppins"/>
                <a:sym typeface="Poppins"/>
              </a:rPr>
              <a:t>boxlang</a:t>
            </a:r>
            <a:r>
              <a:rPr lang="en-US" sz="4000" b="0" i="0" u="none" strike="noStrike" cap="none" dirty="0">
                <a:solidFill>
                  <a:srgbClr val="D8D8D8"/>
                </a:solidFill>
                <a:latin typeface="Consolas" panose="020B0609020204030204" pitchFamily="49" charset="0"/>
                <a:ea typeface="Poppins"/>
                <a:cs typeface="Poppins"/>
                <a:sym typeface="Poppins"/>
              </a:rPr>
              <a:t>, </a:t>
            </a:r>
            <a:r>
              <a:rPr lang="en-US" sz="4000" dirty="0">
                <a:solidFill>
                  <a:srgbClr val="D8D8D8"/>
                </a:solidFill>
                <a:latin typeface="Consolas" panose="020B0609020204030204" pitchFamily="49" charset="0"/>
                <a:ea typeface="Poppins"/>
                <a:cs typeface="Poppins"/>
                <a:sym typeface="Poppins"/>
              </a:rPr>
              <a:t>install-bx-module, </a:t>
            </a:r>
            <a:r>
              <a:rPr lang="en-US" sz="4000" dirty="0" err="1">
                <a:solidFill>
                  <a:srgbClr val="D8D8D8"/>
                </a:solidFill>
                <a:latin typeface="Consolas" panose="020B0609020204030204" pitchFamily="49" charset="0"/>
                <a:ea typeface="Poppins"/>
                <a:cs typeface="Poppins"/>
                <a:sym typeface="Poppins"/>
              </a:rPr>
              <a:t>boxlang-miniserver</a:t>
            </a:r>
            <a:r>
              <a:rPr lang="en-US" sz="4000" dirty="0">
                <a:solidFill>
                  <a:srgbClr val="D8D8D8"/>
                </a:solidFill>
                <a:latin typeface="Consolas" panose="020B0609020204030204" pitchFamily="49" charset="0"/>
                <a:ea typeface="Poppins"/>
                <a:cs typeface="Poppins"/>
                <a:sym typeface="Poppins"/>
              </a:rPr>
              <a:t>, install-</a:t>
            </a:r>
            <a:r>
              <a:rPr lang="en-US" sz="4000" dirty="0" err="1">
                <a:solidFill>
                  <a:srgbClr val="D8D8D8"/>
                </a:solidFill>
                <a:latin typeface="Consolas" panose="020B0609020204030204" pitchFamily="49" charset="0"/>
                <a:ea typeface="Poppins"/>
                <a:cs typeface="Poppins"/>
                <a:sym typeface="Poppins"/>
              </a:rPr>
              <a:t>boxlang</a:t>
            </a:r>
            <a:endParaRPr lang="en-US" sz="4000" dirty="0">
              <a:solidFill>
                <a:srgbClr val="D8D8D8"/>
              </a:solidFill>
              <a:latin typeface="Consolas" panose="020B0609020204030204" pitchFamily="49" charset="0"/>
              <a:ea typeface="Poppins"/>
              <a:cs typeface="Poppins"/>
              <a:sym typeface="Poppins"/>
            </a:endParaRPr>
          </a:p>
          <a:p>
            <a:pPr marL="431801" lvl="8" indent="-215900">
              <a:lnSpc>
                <a:spcPct val="140000"/>
              </a:lnSpc>
              <a:buClr>
                <a:srgbClr val="D8D8D8"/>
              </a:buClr>
              <a:buSzPts val="2000"/>
              <a:buFont typeface="Arial"/>
              <a:buChar char="•"/>
            </a:pPr>
            <a:endParaRPr lang="en-US" sz="4000" b="0" i="0" u="none" strike="noStrike" cap="none" dirty="0">
              <a:solidFill>
                <a:srgbClr val="D8D8D8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31801" marR="0" lvl="1" indent="-2159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2000"/>
              <a:buFont typeface="Arial"/>
              <a:buChar char="•"/>
            </a:pPr>
            <a:endParaRPr lang="en-US" sz="4000" b="0" i="0" u="none" strike="noStrike" cap="none" dirty="0">
              <a:solidFill>
                <a:srgbClr val="D8D8D8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31801" marR="0" lvl="1" indent="-2159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2000"/>
              <a:buFont typeface="Arial"/>
              <a:buChar char="•"/>
            </a:pPr>
            <a:endParaRPr lang="en-US" sz="2000" b="0" i="0" u="none" strike="noStrike" cap="none" dirty="0">
              <a:solidFill>
                <a:srgbClr val="D8D8D8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31801" marR="0" lvl="1" indent="-2159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2000"/>
              <a:buFont typeface="Arial"/>
              <a:buChar char="•"/>
            </a:pPr>
            <a:endParaRPr lang="en-US" dirty="0"/>
          </a:p>
        </p:txBody>
      </p:sp>
      <p:sp>
        <p:nvSpPr>
          <p:cNvPr id="204" name="Google Shape;204;p5">
            <a:extLst>
              <a:ext uri="{FF2B5EF4-FFF2-40B4-BE49-F238E27FC236}">
                <a16:creationId xmlns:a16="http://schemas.microsoft.com/office/drawing/2014/main" id="{258B087B-65CF-3709-0ECC-6C8F43EC910F}"/>
              </a:ext>
            </a:extLst>
          </p:cNvPr>
          <p:cNvSpPr txBox="1"/>
          <p:nvPr/>
        </p:nvSpPr>
        <p:spPr>
          <a:xfrm>
            <a:off x="1028700" y="1535938"/>
            <a:ext cx="10116466" cy="1154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0" i="0" u="none" strike="noStrike" cap="none" dirty="0">
                <a:solidFill>
                  <a:srgbClr val="F6F6F6"/>
                </a:solidFill>
                <a:latin typeface="Poppins"/>
                <a:ea typeface="Poppins"/>
                <a:cs typeface="Poppins"/>
                <a:sym typeface="Poppins"/>
              </a:rPr>
              <a:t>How?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74505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>
          <a:extLst>
            <a:ext uri="{FF2B5EF4-FFF2-40B4-BE49-F238E27FC236}">
              <a16:creationId xmlns:a16="http://schemas.microsoft.com/office/drawing/2014/main" id="{D1AA7D3D-2F58-96DD-9214-66BC3B35C5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5">
            <a:extLst>
              <a:ext uri="{FF2B5EF4-FFF2-40B4-BE49-F238E27FC236}">
                <a16:creationId xmlns:a16="http://schemas.microsoft.com/office/drawing/2014/main" id="{1E49A27B-B240-5AFE-FEF5-F3CBD96BB64E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17591" b="-17591"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192" name="Google Shape;192;p5">
            <a:extLst>
              <a:ext uri="{FF2B5EF4-FFF2-40B4-BE49-F238E27FC236}">
                <a16:creationId xmlns:a16="http://schemas.microsoft.com/office/drawing/2014/main" id="{A6345DA7-2060-B484-889C-11C9F6A4130D}"/>
              </a:ext>
            </a:extLst>
          </p:cNvPr>
          <p:cNvGrpSpPr/>
          <p:nvPr/>
        </p:nvGrpSpPr>
        <p:grpSpPr>
          <a:xfrm>
            <a:off x="0" y="9351219"/>
            <a:ext cx="18288000" cy="935781"/>
            <a:chOff x="0" y="-57150"/>
            <a:chExt cx="4816593" cy="246461"/>
          </a:xfrm>
        </p:grpSpPr>
        <p:sp>
          <p:nvSpPr>
            <p:cNvPr id="193" name="Google Shape;193;p5">
              <a:extLst>
                <a:ext uri="{FF2B5EF4-FFF2-40B4-BE49-F238E27FC236}">
                  <a16:creationId xmlns:a16="http://schemas.microsoft.com/office/drawing/2014/main" id="{375F50B4-9F1E-6EAC-3524-150D283A2EC6}"/>
                </a:ext>
              </a:extLst>
            </p:cNvPr>
            <p:cNvSpPr/>
            <p:nvPr/>
          </p:nvSpPr>
          <p:spPr>
            <a:xfrm>
              <a:off x="0" y="0"/>
              <a:ext cx="4816592" cy="189311"/>
            </a:xfrm>
            <a:custGeom>
              <a:avLst/>
              <a:gdLst/>
              <a:ahLst/>
              <a:cxnLst/>
              <a:rect l="l" t="t" r="r" b="b"/>
              <a:pathLst>
                <a:path w="4816592" h="189311" extrusionOk="0">
                  <a:moveTo>
                    <a:pt x="0" y="0"/>
                  </a:moveTo>
                  <a:lnTo>
                    <a:pt x="4816592" y="0"/>
                  </a:lnTo>
                  <a:lnTo>
                    <a:pt x="4816592" y="189311"/>
                  </a:lnTo>
                  <a:lnTo>
                    <a:pt x="0" y="189311"/>
                  </a:lnTo>
                  <a:close/>
                </a:path>
              </a:pathLst>
            </a:custGeom>
            <a:solidFill>
              <a:srgbClr val="272A38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4" name="Google Shape;194;p5">
              <a:extLst>
                <a:ext uri="{FF2B5EF4-FFF2-40B4-BE49-F238E27FC236}">
                  <a16:creationId xmlns:a16="http://schemas.microsoft.com/office/drawing/2014/main" id="{1B40354C-9CC2-B693-B90B-DD57797B1034}"/>
                </a:ext>
              </a:extLst>
            </p:cNvPr>
            <p:cNvSpPr txBox="1"/>
            <p:nvPr/>
          </p:nvSpPr>
          <p:spPr>
            <a:xfrm>
              <a:off x="0" y="-57150"/>
              <a:ext cx="4816593" cy="2464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5" name="Google Shape;195;p5">
            <a:extLst>
              <a:ext uri="{FF2B5EF4-FFF2-40B4-BE49-F238E27FC236}">
                <a16:creationId xmlns:a16="http://schemas.microsoft.com/office/drawing/2014/main" id="{01428FCC-6786-C830-17A6-3DDBEA390572}"/>
              </a:ext>
            </a:extLst>
          </p:cNvPr>
          <p:cNvGrpSpPr/>
          <p:nvPr/>
        </p:nvGrpSpPr>
        <p:grpSpPr>
          <a:xfrm>
            <a:off x="-6189110" y="-7534167"/>
            <a:ext cx="26133391" cy="26171339"/>
            <a:chOff x="0" y="0"/>
            <a:chExt cx="34844521" cy="34895118"/>
          </a:xfrm>
        </p:grpSpPr>
        <p:sp>
          <p:nvSpPr>
            <p:cNvPr id="196" name="Google Shape;196;p5">
              <a:extLst>
                <a:ext uri="{FF2B5EF4-FFF2-40B4-BE49-F238E27FC236}">
                  <a16:creationId xmlns:a16="http://schemas.microsoft.com/office/drawing/2014/main" id="{75B2D1F1-3DD8-E034-D584-6FF5A1DB2F52}"/>
                </a:ext>
              </a:extLst>
            </p:cNvPr>
            <p:cNvSpPr/>
            <p:nvPr/>
          </p:nvSpPr>
          <p:spPr>
            <a:xfrm rot="-9088373">
              <a:off x="13956475" y="13224406"/>
              <a:ext cx="17504077" cy="18621359"/>
            </a:xfrm>
            <a:custGeom>
              <a:avLst/>
              <a:gdLst/>
              <a:ahLst/>
              <a:cxnLst/>
              <a:rect l="l" t="t" r="r" b="b"/>
              <a:pathLst>
                <a:path w="17504077" h="18621359" extrusionOk="0">
                  <a:moveTo>
                    <a:pt x="0" y="0"/>
                  </a:moveTo>
                  <a:lnTo>
                    <a:pt x="17504077" y="0"/>
                  </a:lnTo>
                  <a:lnTo>
                    <a:pt x="17504077" y="18621358"/>
                  </a:lnTo>
                  <a:lnTo>
                    <a:pt x="0" y="1862135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 amt="65999"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7" name="Google Shape;197;p5">
              <a:extLst>
                <a:ext uri="{FF2B5EF4-FFF2-40B4-BE49-F238E27FC236}">
                  <a16:creationId xmlns:a16="http://schemas.microsoft.com/office/drawing/2014/main" id="{0C28381F-D7FE-E068-9BA4-AAD08C0245A5}"/>
                </a:ext>
              </a:extLst>
            </p:cNvPr>
            <p:cNvSpPr/>
            <p:nvPr/>
          </p:nvSpPr>
          <p:spPr>
            <a:xfrm rot="1794495">
              <a:off x="2804490" y="2519802"/>
              <a:ext cx="14119029" cy="15020243"/>
            </a:xfrm>
            <a:custGeom>
              <a:avLst/>
              <a:gdLst/>
              <a:ahLst/>
              <a:cxnLst/>
              <a:rect l="l" t="t" r="r" b="b"/>
              <a:pathLst>
                <a:path w="14119029" h="15020243" extrusionOk="0">
                  <a:moveTo>
                    <a:pt x="0" y="0"/>
                  </a:moveTo>
                  <a:lnTo>
                    <a:pt x="14119029" y="0"/>
                  </a:lnTo>
                  <a:lnTo>
                    <a:pt x="14119029" y="15020243"/>
                  </a:lnTo>
                  <a:lnTo>
                    <a:pt x="0" y="1502024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 amt="55000"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02" name="Google Shape;202;p5">
            <a:extLst>
              <a:ext uri="{FF2B5EF4-FFF2-40B4-BE49-F238E27FC236}">
                <a16:creationId xmlns:a16="http://schemas.microsoft.com/office/drawing/2014/main" id="{7314EF0A-8E01-E42A-5C4C-C0930E47DCDB}"/>
              </a:ext>
            </a:extLst>
          </p:cNvPr>
          <p:cNvSpPr txBox="1"/>
          <p:nvPr/>
        </p:nvSpPr>
        <p:spPr>
          <a:xfrm>
            <a:off x="1028699" y="3062643"/>
            <a:ext cx="14796007" cy="4308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31801" lvl="1" indent="-215900">
              <a:lnSpc>
                <a:spcPct val="140000"/>
              </a:lnSpc>
              <a:buClr>
                <a:srgbClr val="D8D8D8"/>
              </a:buClr>
              <a:buSzPts val="2000"/>
              <a:buFont typeface="Arial"/>
              <a:buChar char="•"/>
            </a:pPr>
            <a:r>
              <a:rPr lang="en-US" sz="4000" dirty="0">
                <a:solidFill>
                  <a:srgbClr val="D8D8D8"/>
                </a:solidFill>
                <a:latin typeface="Poppins"/>
                <a:ea typeface="Poppins"/>
                <a:cs typeface="Poppins"/>
                <a:sym typeface="Poppins"/>
              </a:rPr>
              <a:t>Carefully read the docs</a:t>
            </a:r>
          </a:p>
          <a:p>
            <a:pPr marL="431801" lvl="1" indent="-215900">
              <a:lnSpc>
                <a:spcPct val="140000"/>
              </a:lnSpc>
              <a:buClr>
                <a:srgbClr val="D8D8D8"/>
              </a:buClr>
              <a:buSzPts val="2000"/>
              <a:buFont typeface="Arial"/>
              <a:buChar char="•"/>
            </a:pPr>
            <a:r>
              <a:rPr lang="en-US" sz="4000" dirty="0">
                <a:solidFill>
                  <a:srgbClr val="D8D8D8"/>
                </a:solidFill>
                <a:latin typeface="Poppins"/>
                <a:ea typeface="Poppins"/>
                <a:cs typeface="Poppins"/>
                <a:sym typeface="Poppins"/>
              </a:rPr>
              <a:t>Ensure you understand everything</a:t>
            </a:r>
          </a:p>
          <a:p>
            <a:pPr marL="431801" lvl="1" indent="-215900">
              <a:lnSpc>
                <a:spcPct val="140000"/>
              </a:lnSpc>
              <a:buClr>
                <a:srgbClr val="D8D8D8"/>
              </a:buClr>
              <a:buSzPts val="2000"/>
              <a:buFont typeface="Arial"/>
              <a:buChar char="•"/>
            </a:pPr>
            <a:r>
              <a:rPr lang="en-US" sz="4000" dirty="0">
                <a:solidFill>
                  <a:srgbClr val="D8D8D8"/>
                </a:solidFill>
                <a:latin typeface="Poppins"/>
                <a:ea typeface="Poppins"/>
                <a:cs typeface="Poppins"/>
                <a:sym typeface="Poppins"/>
              </a:rPr>
              <a:t>Then carefully write your first file</a:t>
            </a:r>
          </a:p>
          <a:p>
            <a:pPr marL="431801" lvl="1" indent="-215900">
              <a:lnSpc>
                <a:spcPct val="140000"/>
              </a:lnSpc>
              <a:buClr>
                <a:srgbClr val="D8D8D8"/>
              </a:buClr>
              <a:buSzPts val="2000"/>
              <a:buFont typeface="Arial"/>
              <a:buChar char="•"/>
            </a:pPr>
            <a:r>
              <a:rPr lang="en-US" sz="4000" dirty="0">
                <a:solidFill>
                  <a:srgbClr val="D8D8D8"/>
                </a:solidFill>
                <a:latin typeface="Poppins"/>
                <a:ea typeface="Poppins"/>
                <a:cs typeface="Poppins"/>
                <a:sym typeface="Poppins"/>
              </a:rPr>
              <a:t>or...</a:t>
            </a:r>
          </a:p>
          <a:p>
            <a:pPr marL="215901" lvl="8">
              <a:lnSpc>
                <a:spcPct val="140000"/>
              </a:lnSpc>
              <a:buClr>
                <a:srgbClr val="D8D8D8"/>
              </a:buClr>
              <a:buSzPts val="2000"/>
            </a:pPr>
            <a:endParaRPr lang="en-US" sz="4000" dirty="0">
              <a:solidFill>
                <a:srgbClr val="D8D8D8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04" name="Google Shape;204;p5">
            <a:extLst>
              <a:ext uri="{FF2B5EF4-FFF2-40B4-BE49-F238E27FC236}">
                <a16:creationId xmlns:a16="http://schemas.microsoft.com/office/drawing/2014/main" id="{6CB5753B-F8A0-CD6A-EBB5-6766F78010D3}"/>
              </a:ext>
            </a:extLst>
          </p:cNvPr>
          <p:cNvSpPr txBox="1"/>
          <p:nvPr/>
        </p:nvSpPr>
        <p:spPr>
          <a:xfrm>
            <a:off x="1028700" y="1535938"/>
            <a:ext cx="10116466" cy="1154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0" i="0" u="none" strike="noStrike" cap="none" dirty="0">
                <a:solidFill>
                  <a:srgbClr val="F6F6F6"/>
                </a:solidFill>
                <a:latin typeface="Poppins"/>
                <a:ea typeface="Poppins"/>
                <a:cs typeface="Poppins"/>
                <a:sym typeface="Poppins"/>
              </a:rPr>
              <a:t>How?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69E0AA9-E02F-C173-9223-B0C8724642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7200" y="266700"/>
            <a:ext cx="9753600" cy="975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230956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>
          <a:extLst>
            <a:ext uri="{FF2B5EF4-FFF2-40B4-BE49-F238E27FC236}">
              <a16:creationId xmlns:a16="http://schemas.microsoft.com/office/drawing/2014/main" id="{71AB7DF0-8E9C-D97B-78AA-2F36F6B6CB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5">
            <a:extLst>
              <a:ext uri="{FF2B5EF4-FFF2-40B4-BE49-F238E27FC236}">
                <a16:creationId xmlns:a16="http://schemas.microsoft.com/office/drawing/2014/main" id="{D67A742A-B122-3F4B-A490-7C56315E9117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17591" b="-17591"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192" name="Google Shape;192;p5">
            <a:extLst>
              <a:ext uri="{FF2B5EF4-FFF2-40B4-BE49-F238E27FC236}">
                <a16:creationId xmlns:a16="http://schemas.microsoft.com/office/drawing/2014/main" id="{B1FA6565-D4B3-91DC-54EE-2A2901C0730F}"/>
              </a:ext>
            </a:extLst>
          </p:cNvPr>
          <p:cNvGrpSpPr/>
          <p:nvPr/>
        </p:nvGrpSpPr>
        <p:grpSpPr>
          <a:xfrm>
            <a:off x="0" y="9351219"/>
            <a:ext cx="18288000" cy="935781"/>
            <a:chOff x="0" y="-57150"/>
            <a:chExt cx="4816593" cy="246461"/>
          </a:xfrm>
        </p:grpSpPr>
        <p:sp>
          <p:nvSpPr>
            <p:cNvPr id="193" name="Google Shape;193;p5">
              <a:extLst>
                <a:ext uri="{FF2B5EF4-FFF2-40B4-BE49-F238E27FC236}">
                  <a16:creationId xmlns:a16="http://schemas.microsoft.com/office/drawing/2014/main" id="{68C48B31-B1AE-E40A-C305-C57CE3C0D18E}"/>
                </a:ext>
              </a:extLst>
            </p:cNvPr>
            <p:cNvSpPr/>
            <p:nvPr/>
          </p:nvSpPr>
          <p:spPr>
            <a:xfrm>
              <a:off x="0" y="0"/>
              <a:ext cx="4816592" cy="189311"/>
            </a:xfrm>
            <a:custGeom>
              <a:avLst/>
              <a:gdLst/>
              <a:ahLst/>
              <a:cxnLst/>
              <a:rect l="l" t="t" r="r" b="b"/>
              <a:pathLst>
                <a:path w="4816592" h="189311" extrusionOk="0">
                  <a:moveTo>
                    <a:pt x="0" y="0"/>
                  </a:moveTo>
                  <a:lnTo>
                    <a:pt x="4816592" y="0"/>
                  </a:lnTo>
                  <a:lnTo>
                    <a:pt x="4816592" y="189311"/>
                  </a:lnTo>
                  <a:lnTo>
                    <a:pt x="0" y="189311"/>
                  </a:lnTo>
                  <a:close/>
                </a:path>
              </a:pathLst>
            </a:custGeom>
            <a:solidFill>
              <a:srgbClr val="272A38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4" name="Google Shape;194;p5">
              <a:extLst>
                <a:ext uri="{FF2B5EF4-FFF2-40B4-BE49-F238E27FC236}">
                  <a16:creationId xmlns:a16="http://schemas.microsoft.com/office/drawing/2014/main" id="{038CCDD4-B14B-166D-A2BB-6D2239C02534}"/>
                </a:ext>
              </a:extLst>
            </p:cNvPr>
            <p:cNvSpPr txBox="1"/>
            <p:nvPr/>
          </p:nvSpPr>
          <p:spPr>
            <a:xfrm>
              <a:off x="0" y="-57150"/>
              <a:ext cx="4816593" cy="2464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5" name="Google Shape;195;p5">
            <a:extLst>
              <a:ext uri="{FF2B5EF4-FFF2-40B4-BE49-F238E27FC236}">
                <a16:creationId xmlns:a16="http://schemas.microsoft.com/office/drawing/2014/main" id="{27D32941-B9F2-94EE-67AF-99F04A009C32}"/>
              </a:ext>
            </a:extLst>
          </p:cNvPr>
          <p:cNvGrpSpPr/>
          <p:nvPr/>
        </p:nvGrpSpPr>
        <p:grpSpPr>
          <a:xfrm>
            <a:off x="-6189110" y="-7534167"/>
            <a:ext cx="26133391" cy="26171339"/>
            <a:chOff x="0" y="0"/>
            <a:chExt cx="34844521" cy="34895118"/>
          </a:xfrm>
        </p:grpSpPr>
        <p:sp>
          <p:nvSpPr>
            <p:cNvPr id="196" name="Google Shape;196;p5">
              <a:extLst>
                <a:ext uri="{FF2B5EF4-FFF2-40B4-BE49-F238E27FC236}">
                  <a16:creationId xmlns:a16="http://schemas.microsoft.com/office/drawing/2014/main" id="{CD5E82D8-4A5E-DB7C-C56F-DB773F19CBB4}"/>
                </a:ext>
              </a:extLst>
            </p:cNvPr>
            <p:cNvSpPr/>
            <p:nvPr/>
          </p:nvSpPr>
          <p:spPr>
            <a:xfrm rot="-9088373">
              <a:off x="13956475" y="13224406"/>
              <a:ext cx="17504077" cy="18621359"/>
            </a:xfrm>
            <a:custGeom>
              <a:avLst/>
              <a:gdLst/>
              <a:ahLst/>
              <a:cxnLst/>
              <a:rect l="l" t="t" r="r" b="b"/>
              <a:pathLst>
                <a:path w="17504077" h="18621359" extrusionOk="0">
                  <a:moveTo>
                    <a:pt x="0" y="0"/>
                  </a:moveTo>
                  <a:lnTo>
                    <a:pt x="17504077" y="0"/>
                  </a:lnTo>
                  <a:lnTo>
                    <a:pt x="17504077" y="18621358"/>
                  </a:lnTo>
                  <a:lnTo>
                    <a:pt x="0" y="1862135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 amt="65999"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7" name="Google Shape;197;p5">
              <a:extLst>
                <a:ext uri="{FF2B5EF4-FFF2-40B4-BE49-F238E27FC236}">
                  <a16:creationId xmlns:a16="http://schemas.microsoft.com/office/drawing/2014/main" id="{6BF18DDE-D4DA-937E-5BB5-4D3CAD2EA3EC}"/>
                </a:ext>
              </a:extLst>
            </p:cNvPr>
            <p:cNvSpPr/>
            <p:nvPr/>
          </p:nvSpPr>
          <p:spPr>
            <a:xfrm rot="1794495">
              <a:off x="2804490" y="2519802"/>
              <a:ext cx="14119029" cy="15020243"/>
            </a:xfrm>
            <a:custGeom>
              <a:avLst/>
              <a:gdLst/>
              <a:ahLst/>
              <a:cxnLst/>
              <a:rect l="l" t="t" r="r" b="b"/>
              <a:pathLst>
                <a:path w="14119029" h="15020243" extrusionOk="0">
                  <a:moveTo>
                    <a:pt x="0" y="0"/>
                  </a:moveTo>
                  <a:lnTo>
                    <a:pt x="14119029" y="0"/>
                  </a:lnTo>
                  <a:lnTo>
                    <a:pt x="14119029" y="15020243"/>
                  </a:lnTo>
                  <a:lnTo>
                    <a:pt x="0" y="1502024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 amt="55000"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02" name="Google Shape;202;p5">
            <a:extLst>
              <a:ext uri="{FF2B5EF4-FFF2-40B4-BE49-F238E27FC236}">
                <a16:creationId xmlns:a16="http://schemas.microsoft.com/office/drawing/2014/main" id="{35D4D538-8757-997F-B40B-454A85AB2C5E}"/>
              </a:ext>
            </a:extLst>
          </p:cNvPr>
          <p:cNvSpPr txBox="1"/>
          <p:nvPr/>
        </p:nvSpPr>
        <p:spPr>
          <a:xfrm>
            <a:off x="1028699" y="3062643"/>
            <a:ext cx="14796007" cy="93502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31801" marR="0" lvl="1" indent="-2159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2000"/>
              <a:buFont typeface="Arial"/>
              <a:buChar char="•"/>
            </a:pPr>
            <a:r>
              <a:rPr lang="en-US" sz="4000" b="0" i="0" u="none" strike="noStrike" cap="none" dirty="0">
                <a:solidFill>
                  <a:srgbClr val="D8D8D8"/>
                </a:solidFill>
                <a:latin typeface="Poppins"/>
                <a:ea typeface="Poppins"/>
                <a:cs typeface="Poppins"/>
                <a:sym typeface="Poppins"/>
              </a:rPr>
              <a:t>Java interop (very, very deep)</a:t>
            </a:r>
          </a:p>
          <a:p>
            <a:pPr marL="431801" marR="0" lvl="1" indent="-2159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2000"/>
              <a:buFont typeface="Arial"/>
              <a:buChar char="•"/>
            </a:pPr>
            <a:r>
              <a:rPr lang="en-US" sz="4000" dirty="0">
                <a:solidFill>
                  <a:srgbClr val="D8D8D8"/>
                </a:solidFill>
                <a:latin typeface="Poppins"/>
                <a:ea typeface="Poppins"/>
                <a:cs typeface="Poppins"/>
                <a:sym typeface="Poppins"/>
              </a:rPr>
              <a:t>Classes (full OO, interfaces, abstract, static, </a:t>
            </a:r>
            <a:r>
              <a:rPr lang="en-US" sz="4000" dirty="0" err="1">
                <a:solidFill>
                  <a:srgbClr val="D8D8D8"/>
                </a:solidFill>
                <a:latin typeface="Poppins"/>
                <a:ea typeface="Poppins"/>
                <a:cs typeface="Poppins"/>
                <a:sym typeface="Poppins"/>
              </a:rPr>
              <a:t>etc</a:t>
            </a:r>
            <a:r>
              <a:rPr lang="en-US" sz="4000" dirty="0">
                <a:solidFill>
                  <a:srgbClr val="D8D8D8"/>
                </a:solidFill>
                <a:latin typeface="Poppins"/>
                <a:ea typeface="Poppins"/>
                <a:cs typeface="Poppins"/>
                <a:sym typeface="Poppins"/>
              </a:rPr>
              <a:t>)</a:t>
            </a:r>
          </a:p>
          <a:p>
            <a:pPr marL="431801" marR="0" lvl="1" indent="-2159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2000"/>
              <a:buFont typeface="Arial"/>
              <a:buChar char="•"/>
            </a:pPr>
            <a:r>
              <a:rPr lang="en-US" sz="4000" dirty="0">
                <a:solidFill>
                  <a:srgbClr val="D8D8D8"/>
                </a:solidFill>
                <a:latin typeface="Poppins"/>
                <a:ea typeface="Poppins"/>
                <a:cs typeface="Poppins"/>
                <a:sym typeface="Poppins"/>
              </a:rPr>
              <a:t>Closures + Pure functions (lambdas)</a:t>
            </a:r>
          </a:p>
          <a:p>
            <a:pPr marL="431801" marR="0" lvl="1" indent="-2159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2000"/>
              <a:buFont typeface="Arial"/>
              <a:buChar char="•"/>
            </a:pPr>
            <a:r>
              <a:rPr lang="en-US" sz="4000" dirty="0">
                <a:solidFill>
                  <a:srgbClr val="D8D8D8"/>
                </a:solidFill>
                <a:latin typeface="Poppins"/>
                <a:ea typeface="Poppins"/>
                <a:cs typeface="Poppins"/>
                <a:sym typeface="Poppins"/>
              </a:rPr>
              <a:t>Immutable classes</a:t>
            </a:r>
          </a:p>
          <a:p>
            <a:pPr marL="431801" marR="0" lvl="1" indent="-2159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2000"/>
              <a:buFont typeface="Arial"/>
              <a:buChar char="•"/>
            </a:pPr>
            <a:r>
              <a:rPr lang="en-US" sz="4000" dirty="0">
                <a:solidFill>
                  <a:srgbClr val="D8D8D8"/>
                </a:solidFill>
                <a:latin typeface="Poppins"/>
                <a:ea typeface="Poppins"/>
                <a:cs typeface="Poppins"/>
                <a:sym typeface="Poppins"/>
              </a:rPr>
              <a:t>Interceptors for the language</a:t>
            </a:r>
          </a:p>
          <a:p>
            <a:pPr marL="431801" marR="0" lvl="1" indent="-2159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2000"/>
              <a:buFont typeface="Arial"/>
              <a:buChar char="•"/>
            </a:pPr>
            <a:r>
              <a:rPr lang="en-US" sz="4000" dirty="0">
                <a:solidFill>
                  <a:srgbClr val="D8D8D8"/>
                </a:solidFill>
                <a:latin typeface="Poppins"/>
                <a:ea typeface="Poppins"/>
                <a:cs typeface="Poppins"/>
                <a:sym typeface="Poppins"/>
              </a:rPr>
              <a:t>Case insensitive </a:t>
            </a:r>
          </a:p>
          <a:p>
            <a:pPr marL="431801" marR="0" lvl="1" indent="-2159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2000"/>
              <a:buFont typeface="Arial"/>
              <a:buChar char="•"/>
            </a:pPr>
            <a:r>
              <a:rPr lang="en-US" sz="4000" dirty="0">
                <a:solidFill>
                  <a:srgbClr val="D8D8D8"/>
                </a:solidFill>
                <a:latin typeface="Poppins"/>
                <a:ea typeface="Poppins"/>
                <a:cs typeface="Poppins"/>
                <a:sym typeface="Poppins"/>
              </a:rPr>
              <a:t>Human operators (AND, OR, </a:t>
            </a:r>
            <a:r>
              <a:rPr lang="en-US" sz="4000" dirty="0" err="1">
                <a:solidFill>
                  <a:srgbClr val="D8D8D8"/>
                </a:solidFill>
                <a:latin typeface="Poppins"/>
                <a:ea typeface="Poppins"/>
                <a:cs typeface="Poppins"/>
                <a:sym typeface="Poppins"/>
              </a:rPr>
              <a:t>etc</a:t>
            </a:r>
            <a:r>
              <a:rPr lang="en-US" sz="4000" dirty="0">
                <a:solidFill>
                  <a:srgbClr val="D8D8D8"/>
                </a:solidFill>
                <a:latin typeface="Poppins"/>
                <a:ea typeface="Poppins"/>
                <a:cs typeface="Poppins"/>
                <a:sym typeface="Poppins"/>
              </a:rPr>
              <a:t>)</a:t>
            </a:r>
          </a:p>
          <a:p>
            <a:pPr marL="431801" marR="0" lvl="1" indent="-2159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2000"/>
              <a:buFont typeface="Arial"/>
              <a:buChar char="•"/>
            </a:pPr>
            <a:endParaRPr lang="en-US" sz="4000" dirty="0">
              <a:solidFill>
                <a:srgbClr val="D8D8D8"/>
              </a:solidFill>
              <a:latin typeface="Consolas" panose="020B0609020204030204" pitchFamily="49" charset="0"/>
              <a:ea typeface="Poppins"/>
              <a:cs typeface="Poppins"/>
              <a:sym typeface="Poppins"/>
            </a:endParaRPr>
          </a:p>
          <a:p>
            <a:pPr marL="431801" lvl="8" indent="-215900">
              <a:lnSpc>
                <a:spcPct val="140000"/>
              </a:lnSpc>
              <a:buClr>
                <a:srgbClr val="D8D8D8"/>
              </a:buClr>
              <a:buSzPts val="2000"/>
              <a:buFont typeface="Arial"/>
              <a:buChar char="•"/>
            </a:pPr>
            <a:endParaRPr lang="en-US" sz="4000" b="0" i="0" u="none" strike="noStrike" cap="none" dirty="0">
              <a:solidFill>
                <a:srgbClr val="D8D8D8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31801" marR="0" lvl="1" indent="-2159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2000"/>
              <a:buFont typeface="Arial"/>
              <a:buChar char="•"/>
            </a:pPr>
            <a:endParaRPr lang="en-US" sz="4000" b="0" i="0" u="none" strike="noStrike" cap="none" dirty="0">
              <a:solidFill>
                <a:srgbClr val="D8D8D8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31801" marR="0" lvl="1" indent="-2159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2000"/>
              <a:buFont typeface="Arial"/>
              <a:buChar char="•"/>
            </a:pPr>
            <a:endParaRPr lang="en-US" sz="2000" b="0" i="0" u="none" strike="noStrike" cap="none" dirty="0">
              <a:solidFill>
                <a:srgbClr val="D8D8D8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31801" marR="0" lvl="1" indent="-2159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2000"/>
              <a:buFont typeface="Arial"/>
              <a:buChar char="•"/>
            </a:pPr>
            <a:endParaRPr lang="en-US" dirty="0"/>
          </a:p>
        </p:txBody>
      </p:sp>
      <p:sp>
        <p:nvSpPr>
          <p:cNvPr id="204" name="Google Shape;204;p5">
            <a:extLst>
              <a:ext uri="{FF2B5EF4-FFF2-40B4-BE49-F238E27FC236}">
                <a16:creationId xmlns:a16="http://schemas.microsoft.com/office/drawing/2014/main" id="{6A86B554-8B09-C08A-C305-C7C51ED997AB}"/>
              </a:ext>
            </a:extLst>
          </p:cNvPr>
          <p:cNvSpPr txBox="1"/>
          <p:nvPr/>
        </p:nvSpPr>
        <p:spPr>
          <a:xfrm>
            <a:off x="1028700" y="1535938"/>
            <a:ext cx="10116466" cy="1154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0" i="0" u="none" strike="noStrike" cap="none" dirty="0">
                <a:solidFill>
                  <a:srgbClr val="F6F6F6"/>
                </a:solidFill>
                <a:latin typeface="Poppins"/>
                <a:ea typeface="Poppins"/>
                <a:cs typeface="Poppins"/>
                <a:sym typeface="Poppins"/>
              </a:rPr>
              <a:t>Language Features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369786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>
          <a:extLst>
            <a:ext uri="{FF2B5EF4-FFF2-40B4-BE49-F238E27FC236}">
              <a16:creationId xmlns:a16="http://schemas.microsoft.com/office/drawing/2014/main" id="{BEF217BF-1C5A-6315-00B9-BBFE45FF3E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5">
            <a:extLst>
              <a:ext uri="{FF2B5EF4-FFF2-40B4-BE49-F238E27FC236}">
                <a16:creationId xmlns:a16="http://schemas.microsoft.com/office/drawing/2014/main" id="{C2115641-F64C-F1BE-F11C-534B7F422626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17591" b="-17591"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192" name="Google Shape;192;p5">
            <a:extLst>
              <a:ext uri="{FF2B5EF4-FFF2-40B4-BE49-F238E27FC236}">
                <a16:creationId xmlns:a16="http://schemas.microsoft.com/office/drawing/2014/main" id="{A22C88C1-7320-BD6B-AD35-EE7E34DE7B4B}"/>
              </a:ext>
            </a:extLst>
          </p:cNvPr>
          <p:cNvGrpSpPr/>
          <p:nvPr/>
        </p:nvGrpSpPr>
        <p:grpSpPr>
          <a:xfrm>
            <a:off x="0" y="9351219"/>
            <a:ext cx="18288000" cy="935781"/>
            <a:chOff x="0" y="-57150"/>
            <a:chExt cx="4816593" cy="246461"/>
          </a:xfrm>
        </p:grpSpPr>
        <p:sp>
          <p:nvSpPr>
            <p:cNvPr id="193" name="Google Shape;193;p5">
              <a:extLst>
                <a:ext uri="{FF2B5EF4-FFF2-40B4-BE49-F238E27FC236}">
                  <a16:creationId xmlns:a16="http://schemas.microsoft.com/office/drawing/2014/main" id="{DEECE7CD-89AC-4964-9095-5EBAAF15A648}"/>
                </a:ext>
              </a:extLst>
            </p:cNvPr>
            <p:cNvSpPr/>
            <p:nvPr/>
          </p:nvSpPr>
          <p:spPr>
            <a:xfrm>
              <a:off x="0" y="0"/>
              <a:ext cx="4816592" cy="189311"/>
            </a:xfrm>
            <a:custGeom>
              <a:avLst/>
              <a:gdLst/>
              <a:ahLst/>
              <a:cxnLst/>
              <a:rect l="l" t="t" r="r" b="b"/>
              <a:pathLst>
                <a:path w="4816592" h="189311" extrusionOk="0">
                  <a:moveTo>
                    <a:pt x="0" y="0"/>
                  </a:moveTo>
                  <a:lnTo>
                    <a:pt x="4816592" y="0"/>
                  </a:lnTo>
                  <a:lnTo>
                    <a:pt x="4816592" y="189311"/>
                  </a:lnTo>
                  <a:lnTo>
                    <a:pt x="0" y="189311"/>
                  </a:lnTo>
                  <a:close/>
                </a:path>
              </a:pathLst>
            </a:custGeom>
            <a:solidFill>
              <a:srgbClr val="272A38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4" name="Google Shape;194;p5">
              <a:extLst>
                <a:ext uri="{FF2B5EF4-FFF2-40B4-BE49-F238E27FC236}">
                  <a16:creationId xmlns:a16="http://schemas.microsoft.com/office/drawing/2014/main" id="{497AD4D1-31D2-1D80-DD1B-7BC8C15D6261}"/>
                </a:ext>
              </a:extLst>
            </p:cNvPr>
            <p:cNvSpPr txBox="1"/>
            <p:nvPr/>
          </p:nvSpPr>
          <p:spPr>
            <a:xfrm>
              <a:off x="0" y="-57150"/>
              <a:ext cx="4816593" cy="2464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5" name="Google Shape;195;p5">
            <a:extLst>
              <a:ext uri="{FF2B5EF4-FFF2-40B4-BE49-F238E27FC236}">
                <a16:creationId xmlns:a16="http://schemas.microsoft.com/office/drawing/2014/main" id="{119C5A3A-3C3D-E27D-BFD0-07CB81285A1B}"/>
              </a:ext>
            </a:extLst>
          </p:cNvPr>
          <p:cNvGrpSpPr/>
          <p:nvPr/>
        </p:nvGrpSpPr>
        <p:grpSpPr>
          <a:xfrm>
            <a:off x="-6189110" y="-7534167"/>
            <a:ext cx="26133391" cy="26171339"/>
            <a:chOff x="0" y="0"/>
            <a:chExt cx="34844521" cy="34895118"/>
          </a:xfrm>
        </p:grpSpPr>
        <p:sp>
          <p:nvSpPr>
            <p:cNvPr id="196" name="Google Shape;196;p5">
              <a:extLst>
                <a:ext uri="{FF2B5EF4-FFF2-40B4-BE49-F238E27FC236}">
                  <a16:creationId xmlns:a16="http://schemas.microsoft.com/office/drawing/2014/main" id="{0EBC248A-E4E0-E810-2347-C7F1BF41DE39}"/>
                </a:ext>
              </a:extLst>
            </p:cNvPr>
            <p:cNvSpPr/>
            <p:nvPr/>
          </p:nvSpPr>
          <p:spPr>
            <a:xfrm rot="-9088373">
              <a:off x="13956475" y="13224406"/>
              <a:ext cx="17504077" cy="18621359"/>
            </a:xfrm>
            <a:custGeom>
              <a:avLst/>
              <a:gdLst/>
              <a:ahLst/>
              <a:cxnLst/>
              <a:rect l="l" t="t" r="r" b="b"/>
              <a:pathLst>
                <a:path w="17504077" h="18621359" extrusionOk="0">
                  <a:moveTo>
                    <a:pt x="0" y="0"/>
                  </a:moveTo>
                  <a:lnTo>
                    <a:pt x="17504077" y="0"/>
                  </a:lnTo>
                  <a:lnTo>
                    <a:pt x="17504077" y="18621358"/>
                  </a:lnTo>
                  <a:lnTo>
                    <a:pt x="0" y="1862135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 amt="65999"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7" name="Google Shape;197;p5">
              <a:extLst>
                <a:ext uri="{FF2B5EF4-FFF2-40B4-BE49-F238E27FC236}">
                  <a16:creationId xmlns:a16="http://schemas.microsoft.com/office/drawing/2014/main" id="{1BC4C22F-7363-DDFB-5EAD-AFA638BDDEC9}"/>
                </a:ext>
              </a:extLst>
            </p:cNvPr>
            <p:cNvSpPr/>
            <p:nvPr/>
          </p:nvSpPr>
          <p:spPr>
            <a:xfrm rot="1794495">
              <a:off x="2804490" y="2519802"/>
              <a:ext cx="14119029" cy="15020243"/>
            </a:xfrm>
            <a:custGeom>
              <a:avLst/>
              <a:gdLst/>
              <a:ahLst/>
              <a:cxnLst/>
              <a:rect l="l" t="t" r="r" b="b"/>
              <a:pathLst>
                <a:path w="14119029" h="15020243" extrusionOk="0">
                  <a:moveTo>
                    <a:pt x="0" y="0"/>
                  </a:moveTo>
                  <a:lnTo>
                    <a:pt x="14119029" y="0"/>
                  </a:lnTo>
                  <a:lnTo>
                    <a:pt x="14119029" y="15020243"/>
                  </a:lnTo>
                  <a:lnTo>
                    <a:pt x="0" y="1502024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 amt="55000"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02" name="Google Shape;202;p5">
            <a:extLst>
              <a:ext uri="{FF2B5EF4-FFF2-40B4-BE49-F238E27FC236}">
                <a16:creationId xmlns:a16="http://schemas.microsoft.com/office/drawing/2014/main" id="{93B281D1-D411-2E04-EDDE-4A76A06E38C5}"/>
              </a:ext>
            </a:extLst>
          </p:cNvPr>
          <p:cNvSpPr txBox="1"/>
          <p:nvPr/>
        </p:nvSpPr>
        <p:spPr>
          <a:xfrm>
            <a:off x="1028699" y="3062643"/>
            <a:ext cx="14796007" cy="54722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31801" marR="0" lvl="1" indent="-2159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2000"/>
              <a:buFont typeface="Arial"/>
              <a:buChar char="•"/>
            </a:pPr>
            <a:r>
              <a:rPr lang="en-US" sz="4000" b="0" i="0" u="none" strike="noStrike" cap="none" dirty="0">
                <a:solidFill>
                  <a:srgbClr val="D8D8D8"/>
                </a:solidFill>
                <a:latin typeface="Poppins"/>
                <a:ea typeface="Poppins"/>
                <a:cs typeface="Poppins"/>
                <a:sym typeface="Poppins"/>
              </a:rPr>
              <a:t>Member functions</a:t>
            </a:r>
          </a:p>
          <a:p>
            <a:pPr marL="431801" marR="0" lvl="1" indent="-2159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2000"/>
              <a:buFont typeface="Arial"/>
              <a:buChar char="•"/>
            </a:pPr>
            <a:r>
              <a:rPr lang="en-US" sz="4000" b="0" i="0" u="none" strike="noStrike" cap="none" dirty="0">
                <a:solidFill>
                  <a:srgbClr val="D8D8D8"/>
                </a:solidFill>
                <a:latin typeface="Poppins"/>
                <a:ea typeface="Poppins"/>
                <a:cs typeface="Poppins"/>
                <a:sym typeface="Poppins"/>
              </a:rPr>
              <a:t>Mostly optional semicolons (but use them </a:t>
            </a:r>
            <a:r>
              <a:rPr lang="en-US" sz="4000" b="0" i="0" u="none" strike="noStrike" cap="none" dirty="0" err="1">
                <a:solidFill>
                  <a:srgbClr val="D8D8D8"/>
                </a:solidFill>
                <a:latin typeface="Poppins"/>
                <a:ea typeface="Poppins"/>
                <a:cs typeface="Poppins"/>
                <a:sym typeface="Poppins"/>
              </a:rPr>
              <a:t>cuz</a:t>
            </a:r>
            <a:r>
              <a:rPr lang="en-US" sz="4000" b="0" i="0" u="none" strike="noStrike" cap="none" dirty="0">
                <a:solidFill>
                  <a:srgbClr val="D8D8D8"/>
                </a:solidFill>
                <a:latin typeface="Poppins"/>
                <a:ea typeface="Poppins"/>
                <a:cs typeface="Poppins"/>
                <a:sym typeface="Poppins"/>
              </a:rPr>
              <a:t> I said so)</a:t>
            </a:r>
          </a:p>
          <a:p>
            <a:pPr marL="431801" marR="0" lvl="1" indent="-2159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2000"/>
              <a:buFont typeface="Arial"/>
              <a:buChar char="•"/>
            </a:pPr>
            <a:r>
              <a:rPr lang="en-US" sz="4000" dirty="0">
                <a:solidFill>
                  <a:srgbClr val="D8D8D8"/>
                </a:solidFill>
                <a:latin typeface="Poppins"/>
                <a:ea typeface="Poppins"/>
                <a:cs typeface="Poppins"/>
                <a:sym typeface="Poppins"/>
              </a:rPr>
              <a:t>Multiline strings + Expression Interpolation</a:t>
            </a:r>
          </a:p>
          <a:p>
            <a:pPr marL="431801" marR="0" lvl="1" indent="-2159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2000"/>
              <a:buFont typeface="Arial"/>
              <a:buChar char="•"/>
            </a:pPr>
            <a:r>
              <a:rPr lang="en-US" sz="4000" b="0" i="0" u="none" strike="noStrike" cap="none" dirty="0">
                <a:solidFill>
                  <a:srgbClr val="D8D8D8"/>
                </a:solidFill>
                <a:latin typeface="Poppins"/>
                <a:ea typeface="Poppins"/>
                <a:cs typeface="Poppins"/>
                <a:sym typeface="Poppins"/>
              </a:rPr>
              <a:t>Tag islands</a:t>
            </a:r>
          </a:p>
          <a:p>
            <a:pPr marL="431801" marR="0" lvl="1" indent="-2159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2000"/>
              <a:buFont typeface="Arial"/>
              <a:buChar char="•"/>
            </a:pPr>
            <a:r>
              <a:rPr lang="en-US" sz="4000" dirty="0">
                <a:solidFill>
                  <a:srgbClr val="D8D8D8"/>
                </a:solidFill>
                <a:latin typeface="Poppins"/>
                <a:ea typeface="Poppins"/>
                <a:cs typeface="Poppins"/>
                <a:sym typeface="Poppins"/>
              </a:rPr>
              <a:t>Modular (PDF, Mail, Python, and more...)</a:t>
            </a:r>
            <a:endParaRPr lang="en-US" sz="4000" b="0" i="0" u="none" strike="noStrike" cap="none" dirty="0">
              <a:solidFill>
                <a:srgbClr val="D8D8D8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31801" marR="0" lvl="1" indent="-2159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2000"/>
              <a:buFont typeface="Arial"/>
              <a:buChar char="•"/>
            </a:pPr>
            <a:r>
              <a:rPr lang="en-US" sz="4000" dirty="0">
                <a:solidFill>
                  <a:srgbClr val="D8D8D8"/>
                </a:solidFill>
                <a:latin typeface="Poppins"/>
                <a:ea typeface="Poppins"/>
                <a:cs typeface="Poppins"/>
                <a:sym typeface="Poppins"/>
              </a:rPr>
              <a:t>Arrays that start at freaking 1 because it makes sense!!</a:t>
            </a:r>
            <a:endParaRPr lang="en-US" sz="2000" b="0" i="0" u="none" strike="noStrike" cap="none" dirty="0">
              <a:solidFill>
                <a:srgbClr val="D8D8D8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31801" marR="0" lvl="1" indent="-2159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2000"/>
              <a:buFont typeface="Arial"/>
              <a:buChar char="•"/>
            </a:pPr>
            <a:endParaRPr lang="en-US" dirty="0"/>
          </a:p>
        </p:txBody>
      </p:sp>
      <p:sp>
        <p:nvSpPr>
          <p:cNvPr id="204" name="Google Shape;204;p5">
            <a:extLst>
              <a:ext uri="{FF2B5EF4-FFF2-40B4-BE49-F238E27FC236}">
                <a16:creationId xmlns:a16="http://schemas.microsoft.com/office/drawing/2014/main" id="{78D015A7-0882-21F6-A15F-A1A2B1FCD29A}"/>
              </a:ext>
            </a:extLst>
          </p:cNvPr>
          <p:cNvSpPr txBox="1"/>
          <p:nvPr/>
        </p:nvSpPr>
        <p:spPr>
          <a:xfrm>
            <a:off x="1028699" y="1535938"/>
            <a:ext cx="13483713" cy="1154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0" i="0" u="none" strike="noStrike" cap="none" dirty="0">
                <a:solidFill>
                  <a:srgbClr val="F6F6F6"/>
                </a:solidFill>
                <a:latin typeface="Poppins"/>
                <a:ea typeface="Poppins"/>
                <a:cs typeface="Poppins"/>
                <a:sym typeface="Poppins"/>
              </a:rPr>
              <a:t>Language Features (More)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201295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>
          <a:extLst>
            <a:ext uri="{FF2B5EF4-FFF2-40B4-BE49-F238E27FC236}">
              <a16:creationId xmlns:a16="http://schemas.microsoft.com/office/drawing/2014/main" id="{BD4115ED-D049-C4C9-876A-616AE54045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5">
            <a:extLst>
              <a:ext uri="{FF2B5EF4-FFF2-40B4-BE49-F238E27FC236}">
                <a16:creationId xmlns:a16="http://schemas.microsoft.com/office/drawing/2014/main" id="{15593E56-903C-FAF1-AD66-FE2903E12243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17591" b="-17591"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192" name="Google Shape;192;p5">
            <a:extLst>
              <a:ext uri="{FF2B5EF4-FFF2-40B4-BE49-F238E27FC236}">
                <a16:creationId xmlns:a16="http://schemas.microsoft.com/office/drawing/2014/main" id="{7BAFEDB2-FEB6-8951-C718-137FC6910975}"/>
              </a:ext>
            </a:extLst>
          </p:cNvPr>
          <p:cNvGrpSpPr/>
          <p:nvPr/>
        </p:nvGrpSpPr>
        <p:grpSpPr>
          <a:xfrm>
            <a:off x="0" y="9351219"/>
            <a:ext cx="18288000" cy="935781"/>
            <a:chOff x="0" y="-57150"/>
            <a:chExt cx="4816593" cy="246461"/>
          </a:xfrm>
        </p:grpSpPr>
        <p:sp>
          <p:nvSpPr>
            <p:cNvPr id="193" name="Google Shape;193;p5">
              <a:extLst>
                <a:ext uri="{FF2B5EF4-FFF2-40B4-BE49-F238E27FC236}">
                  <a16:creationId xmlns:a16="http://schemas.microsoft.com/office/drawing/2014/main" id="{C5840792-30DE-A3CF-439C-FF3BBD7F2E79}"/>
                </a:ext>
              </a:extLst>
            </p:cNvPr>
            <p:cNvSpPr/>
            <p:nvPr/>
          </p:nvSpPr>
          <p:spPr>
            <a:xfrm>
              <a:off x="0" y="0"/>
              <a:ext cx="4816592" cy="189311"/>
            </a:xfrm>
            <a:custGeom>
              <a:avLst/>
              <a:gdLst/>
              <a:ahLst/>
              <a:cxnLst/>
              <a:rect l="l" t="t" r="r" b="b"/>
              <a:pathLst>
                <a:path w="4816592" h="189311" extrusionOk="0">
                  <a:moveTo>
                    <a:pt x="0" y="0"/>
                  </a:moveTo>
                  <a:lnTo>
                    <a:pt x="4816592" y="0"/>
                  </a:lnTo>
                  <a:lnTo>
                    <a:pt x="4816592" y="189311"/>
                  </a:lnTo>
                  <a:lnTo>
                    <a:pt x="0" y="189311"/>
                  </a:lnTo>
                  <a:close/>
                </a:path>
              </a:pathLst>
            </a:custGeom>
            <a:solidFill>
              <a:srgbClr val="272A38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4" name="Google Shape;194;p5">
              <a:extLst>
                <a:ext uri="{FF2B5EF4-FFF2-40B4-BE49-F238E27FC236}">
                  <a16:creationId xmlns:a16="http://schemas.microsoft.com/office/drawing/2014/main" id="{10A8336E-10C6-A486-9E58-9C52BBB54F79}"/>
                </a:ext>
              </a:extLst>
            </p:cNvPr>
            <p:cNvSpPr txBox="1"/>
            <p:nvPr/>
          </p:nvSpPr>
          <p:spPr>
            <a:xfrm>
              <a:off x="0" y="-57150"/>
              <a:ext cx="4816593" cy="2464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5" name="Google Shape;195;p5">
            <a:extLst>
              <a:ext uri="{FF2B5EF4-FFF2-40B4-BE49-F238E27FC236}">
                <a16:creationId xmlns:a16="http://schemas.microsoft.com/office/drawing/2014/main" id="{02019E0A-0017-10A5-522C-D7F90645EB6F}"/>
              </a:ext>
            </a:extLst>
          </p:cNvPr>
          <p:cNvGrpSpPr/>
          <p:nvPr/>
        </p:nvGrpSpPr>
        <p:grpSpPr>
          <a:xfrm>
            <a:off x="-6189110" y="-7534167"/>
            <a:ext cx="26133391" cy="26171339"/>
            <a:chOff x="0" y="0"/>
            <a:chExt cx="34844521" cy="34895118"/>
          </a:xfrm>
        </p:grpSpPr>
        <p:sp>
          <p:nvSpPr>
            <p:cNvPr id="196" name="Google Shape;196;p5">
              <a:extLst>
                <a:ext uri="{FF2B5EF4-FFF2-40B4-BE49-F238E27FC236}">
                  <a16:creationId xmlns:a16="http://schemas.microsoft.com/office/drawing/2014/main" id="{A18A93BA-78B7-8E7B-6192-D48BA93399C4}"/>
                </a:ext>
              </a:extLst>
            </p:cNvPr>
            <p:cNvSpPr/>
            <p:nvPr/>
          </p:nvSpPr>
          <p:spPr>
            <a:xfrm rot="-9088373">
              <a:off x="13956475" y="13224406"/>
              <a:ext cx="17504077" cy="18621359"/>
            </a:xfrm>
            <a:custGeom>
              <a:avLst/>
              <a:gdLst/>
              <a:ahLst/>
              <a:cxnLst/>
              <a:rect l="l" t="t" r="r" b="b"/>
              <a:pathLst>
                <a:path w="17504077" h="18621359" extrusionOk="0">
                  <a:moveTo>
                    <a:pt x="0" y="0"/>
                  </a:moveTo>
                  <a:lnTo>
                    <a:pt x="17504077" y="0"/>
                  </a:lnTo>
                  <a:lnTo>
                    <a:pt x="17504077" y="18621358"/>
                  </a:lnTo>
                  <a:lnTo>
                    <a:pt x="0" y="1862135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 amt="65999"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7" name="Google Shape;197;p5">
              <a:extLst>
                <a:ext uri="{FF2B5EF4-FFF2-40B4-BE49-F238E27FC236}">
                  <a16:creationId xmlns:a16="http://schemas.microsoft.com/office/drawing/2014/main" id="{1882211A-1792-C760-C54B-490F4BF6E2BF}"/>
                </a:ext>
              </a:extLst>
            </p:cNvPr>
            <p:cNvSpPr/>
            <p:nvPr/>
          </p:nvSpPr>
          <p:spPr>
            <a:xfrm rot="1794495">
              <a:off x="2804490" y="2519802"/>
              <a:ext cx="14119029" cy="15020243"/>
            </a:xfrm>
            <a:custGeom>
              <a:avLst/>
              <a:gdLst/>
              <a:ahLst/>
              <a:cxnLst/>
              <a:rect l="l" t="t" r="r" b="b"/>
              <a:pathLst>
                <a:path w="14119029" h="15020243" extrusionOk="0">
                  <a:moveTo>
                    <a:pt x="0" y="0"/>
                  </a:moveTo>
                  <a:lnTo>
                    <a:pt x="14119029" y="0"/>
                  </a:lnTo>
                  <a:lnTo>
                    <a:pt x="14119029" y="15020243"/>
                  </a:lnTo>
                  <a:lnTo>
                    <a:pt x="0" y="1502024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 amt="55000"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02" name="Google Shape;202;p5">
            <a:extLst>
              <a:ext uri="{FF2B5EF4-FFF2-40B4-BE49-F238E27FC236}">
                <a16:creationId xmlns:a16="http://schemas.microsoft.com/office/drawing/2014/main" id="{232DC706-4B37-2EAF-A4DD-83D31167B996}"/>
              </a:ext>
            </a:extLst>
          </p:cNvPr>
          <p:cNvSpPr txBox="1"/>
          <p:nvPr/>
        </p:nvSpPr>
        <p:spPr>
          <a:xfrm>
            <a:off x="1028699" y="3062643"/>
            <a:ext cx="14796007" cy="34470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31801" marR="0" lvl="1" indent="-2159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2000"/>
              <a:buFont typeface="Arial"/>
              <a:buChar char="•"/>
            </a:pPr>
            <a:r>
              <a:rPr lang="en-US" sz="4000" dirty="0">
                <a:solidFill>
                  <a:srgbClr val="D8D8D8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Array, Struct, String, Numeric, </a:t>
            </a:r>
            <a:r>
              <a:rPr lang="en-US" sz="4000" dirty="0" err="1">
                <a:solidFill>
                  <a:srgbClr val="D8D8D8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DateTime</a:t>
            </a:r>
            <a:endParaRPr lang="en-US" sz="4000" dirty="0">
              <a:solidFill>
                <a:srgbClr val="D8D8D8"/>
              </a:solidFill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"/>
            </a:endParaRPr>
          </a:p>
          <a:p>
            <a:pPr marL="431801" marR="0" lvl="1" indent="-2159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2000"/>
              <a:buFont typeface="Arial"/>
              <a:buChar char="•"/>
            </a:pPr>
            <a:r>
              <a:rPr lang="en-US" sz="4000" dirty="0">
                <a:solidFill>
                  <a:srgbClr val="D8D8D8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Query, File, XML</a:t>
            </a:r>
          </a:p>
          <a:p>
            <a:pPr marL="431801" marR="0" lvl="1" indent="-2159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2000"/>
              <a:buFont typeface="Arial"/>
              <a:buChar char="•"/>
            </a:pPr>
            <a:r>
              <a:rPr lang="en-US" sz="4000" dirty="0">
                <a:solidFill>
                  <a:srgbClr val="D8D8D8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List</a:t>
            </a:r>
          </a:p>
          <a:p>
            <a:pPr marL="431801" marR="0" lvl="1" indent="-2159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2000"/>
              <a:buFont typeface="Arial"/>
              <a:buChar char="•"/>
            </a:pPr>
            <a:r>
              <a:rPr lang="en-US" sz="4000" dirty="0">
                <a:solidFill>
                  <a:srgbClr val="D8D8D8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Full List (</a:t>
            </a:r>
            <a:r>
              <a:rPr lang="en-US" sz="4000" dirty="0">
                <a:solidFill>
                  <a:schemeClr val="bg1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Docs</a:t>
            </a:r>
            <a:r>
              <a:rPr lang="en-US" sz="4000" dirty="0">
                <a:solidFill>
                  <a:srgbClr val="D8D8D8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)</a:t>
            </a:r>
          </a:p>
        </p:txBody>
      </p:sp>
      <p:sp>
        <p:nvSpPr>
          <p:cNvPr id="204" name="Google Shape;204;p5">
            <a:extLst>
              <a:ext uri="{FF2B5EF4-FFF2-40B4-BE49-F238E27FC236}">
                <a16:creationId xmlns:a16="http://schemas.microsoft.com/office/drawing/2014/main" id="{854AFCE4-5670-680B-FB46-9C88A318E4B4}"/>
              </a:ext>
            </a:extLst>
          </p:cNvPr>
          <p:cNvSpPr txBox="1"/>
          <p:nvPr/>
        </p:nvSpPr>
        <p:spPr>
          <a:xfrm>
            <a:off x="1028699" y="1535938"/>
            <a:ext cx="13483713" cy="1154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0" i="0" u="none" strike="noStrike" cap="none" dirty="0">
                <a:solidFill>
                  <a:srgbClr val="F6F6F6"/>
                </a:solidFill>
                <a:latin typeface="Poppins"/>
                <a:ea typeface="Poppins"/>
                <a:cs typeface="Poppins"/>
                <a:sym typeface="Poppins"/>
              </a:rPr>
              <a:t>Language Features (Types)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647819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>
          <a:extLst>
            <a:ext uri="{FF2B5EF4-FFF2-40B4-BE49-F238E27FC236}">
              <a16:creationId xmlns:a16="http://schemas.microsoft.com/office/drawing/2014/main" id="{97056FC6-C896-DE4F-378A-F9936B05B1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5">
            <a:extLst>
              <a:ext uri="{FF2B5EF4-FFF2-40B4-BE49-F238E27FC236}">
                <a16:creationId xmlns:a16="http://schemas.microsoft.com/office/drawing/2014/main" id="{80A921AC-DE71-3482-E157-CD3FF26EF24D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17591" b="-17591"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192" name="Google Shape;192;p5">
            <a:extLst>
              <a:ext uri="{FF2B5EF4-FFF2-40B4-BE49-F238E27FC236}">
                <a16:creationId xmlns:a16="http://schemas.microsoft.com/office/drawing/2014/main" id="{45E91BA3-2A34-F258-29CA-DBB4BF404078}"/>
              </a:ext>
            </a:extLst>
          </p:cNvPr>
          <p:cNvGrpSpPr/>
          <p:nvPr/>
        </p:nvGrpSpPr>
        <p:grpSpPr>
          <a:xfrm>
            <a:off x="0" y="9351219"/>
            <a:ext cx="18288000" cy="935781"/>
            <a:chOff x="0" y="-57150"/>
            <a:chExt cx="4816593" cy="246461"/>
          </a:xfrm>
        </p:grpSpPr>
        <p:sp>
          <p:nvSpPr>
            <p:cNvPr id="193" name="Google Shape;193;p5">
              <a:extLst>
                <a:ext uri="{FF2B5EF4-FFF2-40B4-BE49-F238E27FC236}">
                  <a16:creationId xmlns:a16="http://schemas.microsoft.com/office/drawing/2014/main" id="{71FF35F0-FC07-3947-DDAC-7F4601BFCE8B}"/>
                </a:ext>
              </a:extLst>
            </p:cNvPr>
            <p:cNvSpPr/>
            <p:nvPr/>
          </p:nvSpPr>
          <p:spPr>
            <a:xfrm>
              <a:off x="0" y="0"/>
              <a:ext cx="4816592" cy="189311"/>
            </a:xfrm>
            <a:custGeom>
              <a:avLst/>
              <a:gdLst/>
              <a:ahLst/>
              <a:cxnLst/>
              <a:rect l="l" t="t" r="r" b="b"/>
              <a:pathLst>
                <a:path w="4816592" h="189311" extrusionOk="0">
                  <a:moveTo>
                    <a:pt x="0" y="0"/>
                  </a:moveTo>
                  <a:lnTo>
                    <a:pt x="4816592" y="0"/>
                  </a:lnTo>
                  <a:lnTo>
                    <a:pt x="4816592" y="189311"/>
                  </a:lnTo>
                  <a:lnTo>
                    <a:pt x="0" y="189311"/>
                  </a:lnTo>
                  <a:close/>
                </a:path>
              </a:pathLst>
            </a:custGeom>
            <a:solidFill>
              <a:srgbClr val="272A38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4" name="Google Shape;194;p5">
              <a:extLst>
                <a:ext uri="{FF2B5EF4-FFF2-40B4-BE49-F238E27FC236}">
                  <a16:creationId xmlns:a16="http://schemas.microsoft.com/office/drawing/2014/main" id="{4A2ACE38-5D86-B67C-A033-D364B088E08A}"/>
                </a:ext>
              </a:extLst>
            </p:cNvPr>
            <p:cNvSpPr txBox="1"/>
            <p:nvPr/>
          </p:nvSpPr>
          <p:spPr>
            <a:xfrm>
              <a:off x="0" y="-57150"/>
              <a:ext cx="4816593" cy="2464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5" name="Google Shape;195;p5">
            <a:extLst>
              <a:ext uri="{FF2B5EF4-FFF2-40B4-BE49-F238E27FC236}">
                <a16:creationId xmlns:a16="http://schemas.microsoft.com/office/drawing/2014/main" id="{B5E35DB5-0418-BE5B-63AC-80401C760499}"/>
              </a:ext>
            </a:extLst>
          </p:cNvPr>
          <p:cNvGrpSpPr/>
          <p:nvPr/>
        </p:nvGrpSpPr>
        <p:grpSpPr>
          <a:xfrm>
            <a:off x="-6189110" y="-7534167"/>
            <a:ext cx="26133391" cy="26171339"/>
            <a:chOff x="0" y="0"/>
            <a:chExt cx="34844521" cy="34895118"/>
          </a:xfrm>
        </p:grpSpPr>
        <p:sp>
          <p:nvSpPr>
            <p:cNvPr id="196" name="Google Shape;196;p5">
              <a:extLst>
                <a:ext uri="{FF2B5EF4-FFF2-40B4-BE49-F238E27FC236}">
                  <a16:creationId xmlns:a16="http://schemas.microsoft.com/office/drawing/2014/main" id="{EC4F0EA4-3CD8-9AF0-B1A5-533B9E2BF364}"/>
                </a:ext>
              </a:extLst>
            </p:cNvPr>
            <p:cNvSpPr/>
            <p:nvPr/>
          </p:nvSpPr>
          <p:spPr>
            <a:xfrm rot="-9088373">
              <a:off x="13956475" y="13224406"/>
              <a:ext cx="17504077" cy="18621359"/>
            </a:xfrm>
            <a:custGeom>
              <a:avLst/>
              <a:gdLst/>
              <a:ahLst/>
              <a:cxnLst/>
              <a:rect l="l" t="t" r="r" b="b"/>
              <a:pathLst>
                <a:path w="17504077" h="18621359" extrusionOk="0">
                  <a:moveTo>
                    <a:pt x="0" y="0"/>
                  </a:moveTo>
                  <a:lnTo>
                    <a:pt x="17504077" y="0"/>
                  </a:lnTo>
                  <a:lnTo>
                    <a:pt x="17504077" y="18621358"/>
                  </a:lnTo>
                  <a:lnTo>
                    <a:pt x="0" y="1862135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 amt="65999"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7" name="Google Shape;197;p5">
              <a:extLst>
                <a:ext uri="{FF2B5EF4-FFF2-40B4-BE49-F238E27FC236}">
                  <a16:creationId xmlns:a16="http://schemas.microsoft.com/office/drawing/2014/main" id="{B0014B0F-BF8D-F09E-8A91-46C51094D09C}"/>
                </a:ext>
              </a:extLst>
            </p:cNvPr>
            <p:cNvSpPr/>
            <p:nvPr/>
          </p:nvSpPr>
          <p:spPr>
            <a:xfrm rot="1794495">
              <a:off x="2804490" y="2519802"/>
              <a:ext cx="14119029" cy="15020243"/>
            </a:xfrm>
            <a:custGeom>
              <a:avLst/>
              <a:gdLst/>
              <a:ahLst/>
              <a:cxnLst/>
              <a:rect l="l" t="t" r="r" b="b"/>
              <a:pathLst>
                <a:path w="14119029" h="15020243" extrusionOk="0">
                  <a:moveTo>
                    <a:pt x="0" y="0"/>
                  </a:moveTo>
                  <a:lnTo>
                    <a:pt x="14119029" y="0"/>
                  </a:lnTo>
                  <a:lnTo>
                    <a:pt x="14119029" y="15020243"/>
                  </a:lnTo>
                  <a:lnTo>
                    <a:pt x="0" y="1502024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 amt="55000"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02" name="Google Shape;202;p5">
            <a:extLst>
              <a:ext uri="{FF2B5EF4-FFF2-40B4-BE49-F238E27FC236}">
                <a16:creationId xmlns:a16="http://schemas.microsoft.com/office/drawing/2014/main" id="{D8CC01B6-1731-2420-EB34-59DB006CD113}"/>
              </a:ext>
            </a:extLst>
          </p:cNvPr>
          <p:cNvSpPr txBox="1"/>
          <p:nvPr/>
        </p:nvSpPr>
        <p:spPr>
          <a:xfrm>
            <a:off x="1028699" y="3062643"/>
            <a:ext cx="14796007" cy="34470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31801" marR="0" lvl="1" indent="-2159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2000"/>
              <a:buFont typeface="Arial"/>
              <a:buChar char="•"/>
            </a:pPr>
            <a:r>
              <a:rPr lang="en-US" sz="4000" dirty="0">
                <a:solidFill>
                  <a:srgbClr val="D8D8D8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Some functionality exposed as components</a:t>
            </a:r>
          </a:p>
          <a:p>
            <a:pPr marL="431801" marR="0" lvl="1" indent="-2159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2000"/>
              <a:buFont typeface="Arial"/>
              <a:buChar char="•"/>
            </a:pPr>
            <a:r>
              <a:rPr lang="en-US" sz="4000" dirty="0">
                <a:solidFill>
                  <a:srgbClr val="D8D8D8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For example: </a:t>
            </a:r>
            <a:r>
              <a:rPr lang="en-US" sz="4000" dirty="0" err="1">
                <a:solidFill>
                  <a:srgbClr val="D8D8D8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bx:http</a:t>
            </a:r>
            <a:r>
              <a:rPr lang="en-US" sz="4000" dirty="0">
                <a:solidFill>
                  <a:srgbClr val="D8D8D8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 .... { </a:t>
            </a:r>
            <a:r>
              <a:rPr lang="en-US" sz="4000" dirty="0" err="1">
                <a:solidFill>
                  <a:srgbClr val="D8D8D8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subtags</a:t>
            </a:r>
            <a:r>
              <a:rPr lang="en-US" sz="4000" dirty="0">
                <a:solidFill>
                  <a:srgbClr val="D8D8D8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 }</a:t>
            </a:r>
          </a:p>
          <a:p>
            <a:pPr marL="431801" marR="0" lvl="1" indent="-2159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2000"/>
              <a:buFont typeface="Arial"/>
              <a:buChar char="•"/>
            </a:pPr>
            <a:r>
              <a:rPr lang="en-US" sz="4000" dirty="0">
                <a:solidFill>
                  <a:srgbClr val="D8D8D8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For example: </a:t>
            </a:r>
            <a:r>
              <a:rPr lang="en-US" sz="4000" dirty="0" err="1">
                <a:solidFill>
                  <a:srgbClr val="D8D8D8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bx:mail</a:t>
            </a:r>
            <a:r>
              <a:rPr lang="en-US" sz="4000" dirty="0">
                <a:solidFill>
                  <a:srgbClr val="D8D8D8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 </a:t>
            </a:r>
            <a:r>
              <a:rPr lang="en-US" sz="4000" dirty="0" err="1">
                <a:solidFill>
                  <a:srgbClr val="D8D8D8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somearg</a:t>
            </a:r>
            <a:r>
              <a:rPr lang="en-US" sz="4000" dirty="0">
                <a:solidFill>
                  <a:srgbClr val="D8D8D8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=1 { content }</a:t>
            </a:r>
          </a:p>
          <a:p>
            <a:pPr marL="431801" lvl="8" indent="-215900">
              <a:lnSpc>
                <a:spcPct val="140000"/>
              </a:lnSpc>
              <a:buClr>
                <a:srgbClr val="D8D8D8"/>
              </a:buClr>
              <a:buSzPts val="2000"/>
              <a:buFont typeface="Arial"/>
              <a:buChar char="•"/>
            </a:pPr>
            <a:endParaRPr lang="en-US" sz="4000" b="0" i="0" u="none" strike="noStrike" cap="none" dirty="0">
              <a:solidFill>
                <a:srgbClr val="D8D8D8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04" name="Google Shape;204;p5">
            <a:extLst>
              <a:ext uri="{FF2B5EF4-FFF2-40B4-BE49-F238E27FC236}">
                <a16:creationId xmlns:a16="http://schemas.microsoft.com/office/drawing/2014/main" id="{406A88B4-B1F3-0234-937F-7A2ED6F5D0BA}"/>
              </a:ext>
            </a:extLst>
          </p:cNvPr>
          <p:cNvSpPr txBox="1"/>
          <p:nvPr/>
        </p:nvSpPr>
        <p:spPr>
          <a:xfrm>
            <a:off x="1028699" y="1535938"/>
            <a:ext cx="13483713" cy="1154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0" i="0" u="none" strike="noStrike" cap="none" dirty="0">
                <a:solidFill>
                  <a:srgbClr val="F6F6F6"/>
                </a:solidFill>
                <a:latin typeface="Poppins"/>
                <a:ea typeface="Poppins"/>
                <a:cs typeface="Poppins"/>
                <a:sym typeface="Poppins"/>
              </a:rPr>
              <a:t>Language Features (More)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327861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>
          <a:extLst>
            <a:ext uri="{FF2B5EF4-FFF2-40B4-BE49-F238E27FC236}">
              <a16:creationId xmlns:a16="http://schemas.microsoft.com/office/drawing/2014/main" id="{F9124A32-CD5D-9693-A29B-962D8A575E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5">
            <a:extLst>
              <a:ext uri="{FF2B5EF4-FFF2-40B4-BE49-F238E27FC236}">
                <a16:creationId xmlns:a16="http://schemas.microsoft.com/office/drawing/2014/main" id="{463C2153-2A13-868D-4B83-15219A24B9F7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17591" b="-17591"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192" name="Google Shape;192;p5">
            <a:extLst>
              <a:ext uri="{FF2B5EF4-FFF2-40B4-BE49-F238E27FC236}">
                <a16:creationId xmlns:a16="http://schemas.microsoft.com/office/drawing/2014/main" id="{A4F12B17-C44B-F745-F679-71DDD60A132D}"/>
              </a:ext>
            </a:extLst>
          </p:cNvPr>
          <p:cNvGrpSpPr/>
          <p:nvPr/>
        </p:nvGrpSpPr>
        <p:grpSpPr>
          <a:xfrm>
            <a:off x="0" y="9351219"/>
            <a:ext cx="18288000" cy="935781"/>
            <a:chOff x="0" y="-57150"/>
            <a:chExt cx="4816593" cy="246461"/>
          </a:xfrm>
        </p:grpSpPr>
        <p:sp>
          <p:nvSpPr>
            <p:cNvPr id="193" name="Google Shape;193;p5">
              <a:extLst>
                <a:ext uri="{FF2B5EF4-FFF2-40B4-BE49-F238E27FC236}">
                  <a16:creationId xmlns:a16="http://schemas.microsoft.com/office/drawing/2014/main" id="{7AD05E7E-59AA-92E3-DFFA-EBBA52F39263}"/>
                </a:ext>
              </a:extLst>
            </p:cNvPr>
            <p:cNvSpPr/>
            <p:nvPr/>
          </p:nvSpPr>
          <p:spPr>
            <a:xfrm>
              <a:off x="0" y="0"/>
              <a:ext cx="4816592" cy="189311"/>
            </a:xfrm>
            <a:custGeom>
              <a:avLst/>
              <a:gdLst/>
              <a:ahLst/>
              <a:cxnLst/>
              <a:rect l="l" t="t" r="r" b="b"/>
              <a:pathLst>
                <a:path w="4816592" h="189311" extrusionOk="0">
                  <a:moveTo>
                    <a:pt x="0" y="0"/>
                  </a:moveTo>
                  <a:lnTo>
                    <a:pt x="4816592" y="0"/>
                  </a:lnTo>
                  <a:lnTo>
                    <a:pt x="4816592" y="189311"/>
                  </a:lnTo>
                  <a:lnTo>
                    <a:pt x="0" y="189311"/>
                  </a:lnTo>
                  <a:close/>
                </a:path>
              </a:pathLst>
            </a:custGeom>
            <a:solidFill>
              <a:srgbClr val="272A38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4" name="Google Shape;194;p5">
              <a:extLst>
                <a:ext uri="{FF2B5EF4-FFF2-40B4-BE49-F238E27FC236}">
                  <a16:creationId xmlns:a16="http://schemas.microsoft.com/office/drawing/2014/main" id="{0E64C7BF-5A32-0AEE-26E2-A70FE0DC9071}"/>
                </a:ext>
              </a:extLst>
            </p:cNvPr>
            <p:cNvSpPr txBox="1"/>
            <p:nvPr/>
          </p:nvSpPr>
          <p:spPr>
            <a:xfrm>
              <a:off x="0" y="-57150"/>
              <a:ext cx="4816593" cy="2464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5" name="Google Shape;195;p5">
            <a:extLst>
              <a:ext uri="{FF2B5EF4-FFF2-40B4-BE49-F238E27FC236}">
                <a16:creationId xmlns:a16="http://schemas.microsoft.com/office/drawing/2014/main" id="{849B6FA4-3388-FF69-C36C-C650F73CDD31}"/>
              </a:ext>
            </a:extLst>
          </p:cNvPr>
          <p:cNvGrpSpPr/>
          <p:nvPr/>
        </p:nvGrpSpPr>
        <p:grpSpPr>
          <a:xfrm>
            <a:off x="-6189110" y="-7534167"/>
            <a:ext cx="26133391" cy="26171339"/>
            <a:chOff x="0" y="0"/>
            <a:chExt cx="34844521" cy="34895118"/>
          </a:xfrm>
        </p:grpSpPr>
        <p:sp>
          <p:nvSpPr>
            <p:cNvPr id="196" name="Google Shape;196;p5">
              <a:extLst>
                <a:ext uri="{FF2B5EF4-FFF2-40B4-BE49-F238E27FC236}">
                  <a16:creationId xmlns:a16="http://schemas.microsoft.com/office/drawing/2014/main" id="{5978E58A-BBAE-FB84-2C73-792482EC4D69}"/>
                </a:ext>
              </a:extLst>
            </p:cNvPr>
            <p:cNvSpPr/>
            <p:nvPr/>
          </p:nvSpPr>
          <p:spPr>
            <a:xfrm rot="-9088373">
              <a:off x="13956475" y="13224406"/>
              <a:ext cx="17504077" cy="18621359"/>
            </a:xfrm>
            <a:custGeom>
              <a:avLst/>
              <a:gdLst/>
              <a:ahLst/>
              <a:cxnLst/>
              <a:rect l="l" t="t" r="r" b="b"/>
              <a:pathLst>
                <a:path w="17504077" h="18621359" extrusionOk="0">
                  <a:moveTo>
                    <a:pt x="0" y="0"/>
                  </a:moveTo>
                  <a:lnTo>
                    <a:pt x="17504077" y="0"/>
                  </a:lnTo>
                  <a:lnTo>
                    <a:pt x="17504077" y="18621358"/>
                  </a:lnTo>
                  <a:lnTo>
                    <a:pt x="0" y="1862135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 amt="65999"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7" name="Google Shape;197;p5">
              <a:extLst>
                <a:ext uri="{FF2B5EF4-FFF2-40B4-BE49-F238E27FC236}">
                  <a16:creationId xmlns:a16="http://schemas.microsoft.com/office/drawing/2014/main" id="{9B127288-8D11-A44E-7524-4C05DEDF667A}"/>
                </a:ext>
              </a:extLst>
            </p:cNvPr>
            <p:cNvSpPr/>
            <p:nvPr/>
          </p:nvSpPr>
          <p:spPr>
            <a:xfrm rot="1794495">
              <a:off x="2804490" y="2519802"/>
              <a:ext cx="14119029" cy="15020243"/>
            </a:xfrm>
            <a:custGeom>
              <a:avLst/>
              <a:gdLst/>
              <a:ahLst/>
              <a:cxnLst/>
              <a:rect l="l" t="t" r="r" b="b"/>
              <a:pathLst>
                <a:path w="14119029" h="15020243" extrusionOk="0">
                  <a:moveTo>
                    <a:pt x="0" y="0"/>
                  </a:moveTo>
                  <a:lnTo>
                    <a:pt x="14119029" y="0"/>
                  </a:lnTo>
                  <a:lnTo>
                    <a:pt x="14119029" y="15020243"/>
                  </a:lnTo>
                  <a:lnTo>
                    <a:pt x="0" y="1502024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 amt="55000"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02" name="Google Shape;202;p5">
            <a:extLst>
              <a:ext uri="{FF2B5EF4-FFF2-40B4-BE49-F238E27FC236}">
                <a16:creationId xmlns:a16="http://schemas.microsoft.com/office/drawing/2014/main" id="{E7590FF0-1259-C382-9AB5-9EC2A852481E}"/>
              </a:ext>
            </a:extLst>
          </p:cNvPr>
          <p:cNvSpPr txBox="1"/>
          <p:nvPr/>
        </p:nvSpPr>
        <p:spPr>
          <a:xfrm>
            <a:off x="1028699" y="3062643"/>
            <a:ext cx="14796007" cy="67649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31801" marR="0" lvl="1" indent="-2159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2000"/>
              <a:buFont typeface="Arial"/>
              <a:buChar char="•"/>
            </a:pPr>
            <a:r>
              <a:rPr lang="en-US" sz="4000" dirty="0">
                <a:solidFill>
                  <a:srgbClr val="D8D8D8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variables (all)</a:t>
            </a:r>
          </a:p>
          <a:p>
            <a:pPr marL="431801" marR="0" lvl="1" indent="-2159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2000"/>
              <a:buFont typeface="Arial"/>
              <a:buChar char="•"/>
            </a:pPr>
            <a:r>
              <a:rPr lang="en-US" sz="4000" dirty="0">
                <a:solidFill>
                  <a:srgbClr val="D8D8D8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server (all)</a:t>
            </a:r>
          </a:p>
          <a:p>
            <a:pPr marL="431801" marR="0" lvl="1" indent="-2159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2000"/>
              <a:buFont typeface="Arial"/>
              <a:buChar char="•"/>
            </a:pPr>
            <a:r>
              <a:rPr lang="en-US" sz="4000" dirty="0">
                <a:solidFill>
                  <a:srgbClr val="D8D8D8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application, session, form, </a:t>
            </a:r>
            <a:r>
              <a:rPr lang="en-US" sz="4000" dirty="0" err="1">
                <a:solidFill>
                  <a:srgbClr val="D8D8D8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url</a:t>
            </a:r>
            <a:r>
              <a:rPr lang="en-US" sz="4000" dirty="0">
                <a:solidFill>
                  <a:srgbClr val="D8D8D8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 (web)</a:t>
            </a:r>
          </a:p>
          <a:p>
            <a:pPr marL="431801" marR="0" lvl="1" indent="-2159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2000"/>
              <a:buFont typeface="Arial"/>
              <a:buChar char="•"/>
            </a:pPr>
            <a:r>
              <a:rPr lang="en-US" sz="4000" dirty="0">
                <a:solidFill>
                  <a:srgbClr val="D8D8D8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request (web)</a:t>
            </a:r>
          </a:p>
          <a:p>
            <a:pPr marL="431801" marR="0" lvl="1" indent="-2159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2000"/>
              <a:buFont typeface="Arial"/>
              <a:buChar char="•"/>
            </a:pPr>
            <a:r>
              <a:rPr lang="en-US" sz="4000" dirty="0">
                <a:solidFill>
                  <a:srgbClr val="D8D8D8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this (components)</a:t>
            </a:r>
          </a:p>
          <a:p>
            <a:pPr marL="431801" marR="0" lvl="1" indent="-2159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2000"/>
              <a:buFont typeface="Arial"/>
              <a:buChar char="•"/>
            </a:pPr>
            <a:r>
              <a:rPr lang="en-US" sz="4000" dirty="0">
                <a:solidFill>
                  <a:srgbClr val="D8D8D8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local, arguments (functions)</a:t>
            </a:r>
          </a:p>
          <a:p>
            <a:pPr marL="431801" lvl="1" indent="-215900">
              <a:lnSpc>
                <a:spcPct val="140000"/>
              </a:lnSpc>
              <a:buClr>
                <a:srgbClr val="D8D8D8"/>
              </a:buClr>
              <a:buSzPts val="2000"/>
              <a:buFont typeface="Arial"/>
              <a:buChar char="•"/>
            </a:pPr>
            <a:r>
              <a:rPr lang="en-US" sz="4000" dirty="0">
                <a:solidFill>
                  <a:srgbClr val="D8D8D8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More: </a:t>
            </a:r>
            <a:r>
              <a:rPr lang="en-US" sz="4000" dirty="0">
                <a:solidFill>
                  <a:schemeClr val="bg1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Docs</a:t>
            </a:r>
            <a:endParaRPr lang="en-US" sz="4000" b="0" i="0" u="none" strike="noStrike" cap="none" dirty="0">
              <a:solidFill>
                <a:srgbClr val="D8D8D8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31801" marR="0" lvl="1" indent="-2159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2000"/>
              <a:buFont typeface="Arial"/>
              <a:buChar char="•"/>
            </a:pPr>
            <a:endParaRPr lang="en-US" sz="2000" b="0" i="0" u="none" strike="noStrike" cap="none" dirty="0">
              <a:solidFill>
                <a:srgbClr val="D8D8D8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31801" marR="0" lvl="1" indent="-2159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2000"/>
              <a:buFont typeface="Arial"/>
              <a:buChar char="•"/>
            </a:pPr>
            <a:endParaRPr lang="en-US" dirty="0"/>
          </a:p>
        </p:txBody>
      </p:sp>
      <p:sp>
        <p:nvSpPr>
          <p:cNvPr id="204" name="Google Shape;204;p5">
            <a:extLst>
              <a:ext uri="{FF2B5EF4-FFF2-40B4-BE49-F238E27FC236}">
                <a16:creationId xmlns:a16="http://schemas.microsoft.com/office/drawing/2014/main" id="{23E96B86-D3C2-2DBF-63A1-B90B4B071D44}"/>
              </a:ext>
            </a:extLst>
          </p:cNvPr>
          <p:cNvSpPr txBox="1"/>
          <p:nvPr/>
        </p:nvSpPr>
        <p:spPr>
          <a:xfrm>
            <a:off x="1028699" y="1535938"/>
            <a:ext cx="13483713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b="0" i="0" u="none" strike="noStrike" cap="none" dirty="0">
                <a:solidFill>
                  <a:srgbClr val="F6F6F6"/>
                </a:solidFill>
                <a:latin typeface="Poppins"/>
                <a:ea typeface="Poppins"/>
                <a:cs typeface="Poppins"/>
                <a:sym typeface="Poppins"/>
              </a:rPr>
              <a:t>Language Features (Scopes)</a:t>
            </a:r>
            <a:endParaRPr sz="7200" dirty="0"/>
          </a:p>
        </p:txBody>
      </p:sp>
    </p:spTree>
    <p:extLst>
      <p:ext uri="{BB962C8B-B14F-4D97-AF65-F5344CB8AC3E}">
        <p14:creationId xmlns:p14="http://schemas.microsoft.com/office/powerpoint/2010/main" val="38448951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>
          <a:extLst>
            <a:ext uri="{FF2B5EF4-FFF2-40B4-BE49-F238E27FC236}">
              <a16:creationId xmlns:a16="http://schemas.microsoft.com/office/drawing/2014/main" id="{C4E2A7F0-7F1E-08B0-8886-13AF8A2F89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5">
            <a:extLst>
              <a:ext uri="{FF2B5EF4-FFF2-40B4-BE49-F238E27FC236}">
                <a16:creationId xmlns:a16="http://schemas.microsoft.com/office/drawing/2014/main" id="{B04EDEFF-A81D-D1EE-EE3C-D86F5CCC83EA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17591" b="-17591"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192" name="Google Shape;192;p5">
            <a:extLst>
              <a:ext uri="{FF2B5EF4-FFF2-40B4-BE49-F238E27FC236}">
                <a16:creationId xmlns:a16="http://schemas.microsoft.com/office/drawing/2014/main" id="{2B25E090-6EFC-24AC-D2B7-E6E7BE8B05C5}"/>
              </a:ext>
            </a:extLst>
          </p:cNvPr>
          <p:cNvGrpSpPr/>
          <p:nvPr/>
        </p:nvGrpSpPr>
        <p:grpSpPr>
          <a:xfrm>
            <a:off x="0" y="9351219"/>
            <a:ext cx="18288000" cy="935781"/>
            <a:chOff x="0" y="-57150"/>
            <a:chExt cx="4816593" cy="246461"/>
          </a:xfrm>
        </p:grpSpPr>
        <p:sp>
          <p:nvSpPr>
            <p:cNvPr id="193" name="Google Shape;193;p5">
              <a:extLst>
                <a:ext uri="{FF2B5EF4-FFF2-40B4-BE49-F238E27FC236}">
                  <a16:creationId xmlns:a16="http://schemas.microsoft.com/office/drawing/2014/main" id="{B6C2B715-F894-3DAC-2CC5-5931091CA765}"/>
                </a:ext>
              </a:extLst>
            </p:cNvPr>
            <p:cNvSpPr/>
            <p:nvPr/>
          </p:nvSpPr>
          <p:spPr>
            <a:xfrm>
              <a:off x="0" y="0"/>
              <a:ext cx="4816592" cy="189311"/>
            </a:xfrm>
            <a:custGeom>
              <a:avLst/>
              <a:gdLst/>
              <a:ahLst/>
              <a:cxnLst/>
              <a:rect l="l" t="t" r="r" b="b"/>
              <a:pathLst>
                <a:path w="4816592" h="189311" extrusionOk="0">
                  <a:moveTo>
                    <a:pt x="0" y="0"/>
                  </a:moveTo>
                  <a:lnTo>
                    <a:pt x="4816592" y="0"/>
                  </a:lnTo>
                  <a:lnTo>
                    <a:pt x="4816592" y="189311"/>
                  </a:lnTo>
                  <a:lnTo>
                    <a:pt x="0" y="189311"/>
                  </a:lnTo>
                  <a:close/>
                </a:path>
              </a:pathLst>
            </a:custGeom>
            <a:solidFill>
              <a:srgbClr val="272A38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4" name="Google Shape;194;p5">
              <a:extLst>
                <a:ext uri="{FF2B5EF4-FFF2-40B4-BE49-F238E27FC236}">
                  <a16:creationId xmlns:a16="http://schemas.microsoft.com/office/drawing/2014/main" id="{8166CB03-C575-A550-B776-1DF964B2955B}"/>
                </a:ext>
              </a:extLst>
            </p:cNvPr>
            <p:cNvSpPr txBox="1"/>
            <p:nvPr/>
          </p:nvSpPr>
          <p:spPr>
            <a:xfrm>
              <a:off x="0" y="-57150"/>
              <a:ext cx="4816593" cy="2464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5" name="Google Shape;195;p5">
            <a:extLst>
              <a:ext uri="{FF2B5EF4-FFF2-40B4-BE49-F238E27FC236}">
                <a16:creationId xmlns:a16="http://schemas.microsoft.com/office/drawing/2014/main" id="{01D2B2F3-1C4D-FFE4-CDEF-7F7F4DDB77D0}"/>
              </a:ext>
            </a:extLst>
          </p:cNvPr>
          <p:cNvGrpSpPr/>
          <p:nvPr/>
        </p:nvGrpSpPr>
        <p:grpSpPr>
          <a:xfrm>
            <a:off x="-6189110" y="-7534167"/>
            <a:ext cx="26133391" cy="26171339"/>
            <a:chOff x="0" y="0"/>
            <a:chExt cx="34844521" cy="34895118"/>
          </a:xfrm>
        </p:grpSpPr>
        <p:sp>
          <p:nvSpPr>
            <p:cNvPr id="196" name="Google Shape;196;p5">
              <a:extLst>
                <a:ext uri="{FF2B5EF4-FFF2-40B4-BE49-F238E27FC236}">
                  <a16:creationId xmlns:a16="http://schemas.microsoft.com/office/drawing/2014/main" id="{FEF10135-CB11-5D30-F0AD-2C69613CDBBF}"/>
                </a:ext>
              </a:extLst>
            </p:cNvPr>
            <p:cNvSpPr/>
            <p:nvPr/>
          </p:nvSpPr>
          <p:spPr>
            <a:xfrm rot="-9088373">
              <a:off x="13956475" y="13224406"/>
              <a:ext cx="17504077" cy="18621359"/>
            </a:xfrm>
            <a:custGeom>
              <a:avLst/>
              <a:gdLst/>
              <a:ahLst/>
              <a:cxnLst/>
              <a:rect l="l" t="t" r="r" b="b"/>
              <a:pathLst>
                <a:path w="17504077" h="18621359" extrusionOk="0">
                  <a:moveTo>
                    <a:pt x="0" y="0"/>
                  </a:moveTo>
                  <a:lnTo>
                    <a:pt x="17504077" y="0"/>
                  </a:lnTo>
                  <a:lnTo>
                    <a:pt x="17504077" y="18621358"/>
                  </a:lnTo>
                  <a:lnTo>
                    <a:pt x="0" y="1862135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 amt="65999"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7" name="Google Shape;197;p5">
              <a:extLst>
                <a:ext uri="{FF2B5EF4-FFF2-40B4-BE49-F238E27FC236}">
                  <a16:creationId xmlns:a16="http://schemas.microsoft.com/office/drawing/2014/main" id="{F70D3A9B-8826-6022-F877-9A2D432E4344}"/>
                </a:ext>
              </a:extLst>
            </p:cNvPr>
            <p:cNvSpPr/>
            <p:nvPr/>
          </p:nvSpPr>
          <p:spPr>
            <a:xfrm rot="1794495">
              <a:off x="2804490" y="2519802"/>
              <a:ext cx="14119029" cy="15020243"/>
            </a:xfrm>
            <a:custGeom>
              <a:avLst/>
              <a:gdLst/>
              <a:ahLst/>
              <a:cxnLst/>
              <a:rect l="l" t="t" r="r" b="b"/>
              <a:pathLst>
                <a:path w="14119029" h="15020243" extrusionOk="0">
                  <a:moveTo>
                    <a:pt x="0" y="0"/>
                  </a:moveTo>
                  <a:lnTo>
                    <a:pt x="14119029" y="0"/>
                  </a:lnTo>
                  <a:lnTo>
                    <a:pt x="14119029" y="15020243"/>
                  </a:lnTo>
                  <a:lnTo>
                    <a:pt x="0" y="1502024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 amt="55000"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02" name="Google Shape;202;p5">
            <a:extLst>
              <a:ext uri="{FF2B5EF4-FFF2-40B4-BE49-F238E27FC236}">
                <a16:creationId xmlns:a16="http://schemas.microsoft.com/office/drawing/2014/main" id="{2F2A93CD-F395-5018-8953-3A9B0035DDA2}"/>
              </a:ext>
            </a:extLst>
          </p:cNvPr>
          <p:cNvSpPr txBox="1"/>
          <p:nvPr/>
        </p:nvSpPr>
        <p:spPr>
          <a:xfrm>
            <a:off x="1028699" y="3062643"/>
            <a:ext cx="14796007" cy="5170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31801" marR="0" lvl="1" indent="-2159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2000"/>
              <a:buFont typeface="Arial"/>
              <a:buChar char="•"/>
            </a:pPr>
            <a:r>
              <a:rPr lang="en-US" sz="4000" dirty="0">
                <a:solidFill>
                  <a:srgbClr val="D8D8D8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Additional functionality</a:t>
            </a:r>
          </a:p>
          <a:p>
            <a:pPr marL="431801" marR="0" lvl="1" indent="-2159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2000"/>
              <a:buFont typeface="Arial"/>
              <a:buChar char="•"/>
            </a:pPr>
            <a:r>
              <a:rPr lang="en-US" sz="4000" dirty="0">
                <a:solidFill>
                  <a:srgbClr val="D8D8D8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Installed via CLI</a:t>
            </a:r>
          </a:p>
          <a:p>
            <a:pPr marL="431801" marR="0" lvl="1" indent="-2159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2000"/>
              <a:buFont typeface="Arial"/>
              <a:buChar char="•"/>
            </a:pPr>
            <a:r>
              <a:rPr lang="en-US" sz="4000" dirty="0">
                <a:solidFill>
                  <a:srgbClr val="D8D8D8"/>
                </a:solidFill>
                <a:latin typeface="Consolas" panose="020B0609020204030204" pitchFamily="49" charset="0"/>
                <a:ea typeface="Poppins"/>
                <a:cs typeface="Poppins" panose="00000500000000000000" pitchFamily="2" charset="0"/>
                <a:sym typeface="Poppins"/>
              </a:rPr>
              <a:t>install-bx-module </a:t>
            </a:r>
            <a:r>
              <a:rPr lang="en-US" sz="4000" dirty="0" err="1">
                <a:solidFill>
                  <a:srgbClr val="D8D8D8"/>
                </a:solidFill>
                <a:latin typeface="Consolas" panose="020B0609020204030204" pitchFamily="49" charset="0"/>
                <a:ea typeface="Poppins"/>
                <a:cs typeface="Poppins" panose="00000500000000000000" pitchFamily="2" charset="0"/>
                <a:sym typeface="Poppins"/>
              </a:rPr>
              <a:t>modulename</a:t>
            </a:r>
            <a:endParaRPr lang="en-US" sz="4000" dirty="0">
              <a:solidFill>
                <a:srgbClr val="D8D8D8"/>
              </a:solidFill>
              <a:latin typeface="Consolas" panose="020B0609020204030204" pitchFamily="49" charset="0"/>
              <a:ea typeface="Poppins"/>
              <a:cs typeface="Poppins" panose="00000500000000000000" pitchFamily="2" charset="0"/>
              <a:sym typeface="Poppins"/>
            </a:endParaRPr>
          </a:p>
          <a:p>
            <a:pPr marL="431801" marR="0" lvl="1" indent="-2159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2000"/>
              <a:buFont typeface="Arial"/>
              <a:buChar char="•"/>
            </a:pPr>
            <a:r>
              <a:rPr lang="en-US" sz="4000" dirty="0">
                <a:solidFill>
                  <a:srgbClr val="D8D8D8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Database, PDF, Markdown, Mail, and more...</a:t>
            </a:r>
          </a:p>
          <a:p>
            <a:pPr marL="431801" marR="0" lvl="1" indent="-2159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2000"/>
              <a:buFont typeface="Arial"/>
              <a:buChar char="•"/>
            </a:pPr>
            <a:r>
              <a:rPr lang="en-US" sz="4000" dirty="0">
                <a:solidFill>
                  <a:schemeClr val="bg1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Modules</a:t>
            </a:r>
            <a:endParaRPr lang="en-US" sz="4000" dirty="0">
              <a:solidFill>
                <a:schemeClr val="bg1"/>
              </a:solidFill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"/>
            </a:endParaRPr>
          </a:p>
          <a:p>
            <a:pPr marL="431801" lvl="8" indent="-215900">
              <a:lnSpc>
                <a:spcPct val="140000"/>
              </a:lnSpc>
              <a:buClr>
                <a:srgbClr val="D8D8D8"/>
              </a:buClr>
              <a:buSzPts val="2000"/>
              <a:buFont typeface="Arial"/>
              <a:buChar char="•"/>
            </a:pPr>
            <a:endParaRPr lang="en-US" sz="4000" b="0" i="0" u="none" strike="noStrike" cap="none" dirty="0">
              <a:solidFill>
                <a:srgbClr val="D8D8D8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04" name="Google Shape;204;p5">
            <a:extLst>
              <a:ext uri="{FF2B5EF4-FFF2-40B4-BE49-F238E27FC236}">
                <a16:creationId xmlns:a16="http://schemas.microsoft.com/office/drawing/2014/main" id="{39CB5E6F-8477-AC0E-0E53-BCCA608800C2}"/>
              </a:ext>
            </a:extLst>
          </p:cNvPr>
          <p:cNvSpPr txBox="1"/>
          <p:nvPr/>
        </p:nvSpPr>
        <p:spPr>
          <a:xfrm>
            <a:off x="1028699" y="1535938"/>
            <a:ext cx="13934210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b="0" i="0" u="none" strike="noStrike" cap="none" dirty="0">
                <a:solidFill>
                  <a:srgbClr val="F6F6F6"/>
                </a:solidFill>
                <a:latin typeface="Poppins"/>
                <a:ea typeface="Poppins"/>
                <a:cs typeface="Poppins"/>
                <a:sym typeface="Poppins"/>
              </a:rPr>
              <a:t>Language Features (Modules)</a:t>
            </a:r>
            <a:endParaRPr sz="7200" dirty="0"/>
          </a:p>
        </p:txBody>
      </p:sp>
    </p:spTree>
    <p:extLst>
      <p:ext uri="{BB962C8B-B14F-4D97-AF65-F5344CB8AC3E}">
        <p14:creationId xmlns:p14="http://schemas.microsoft.com/office/powerpoint/2010/main" val="3717581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>
          <a:extLst>
            <a:ext uri="{FF2B5EF4-FFF2-40B4-BE49-F238E27FC236}">
              <a16:creationId xmlns:a16="http://schemas.microsoft.com/office/drawing/2014/main" id="{D8D01B76-43D6-7C1B-BC50-572C3428FA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5">
            <a:extLst>
              <a:ext uri="{FF2B5EF4-FFF2-40B4-BE49-F238E27FC236}">
                <a16:creationId xmlns:a16="http://schemas.microsoft.com/office/drawing/2014/main" id="{F7DA8FC5-0CA5-6E54-7B0C-861FE4A654C8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17591" b="-17591"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192" name="Google Shape;192;p5">
            <a:extLst>
              <a:ext uri="{FF2B5EF4-FFF2-40B4-BE49-F238E27FC236}">
                <a16:creationId xmlns:a16="http://schemas.microsoft.com/office/drawing/2014/main" id="{B00343BD-334B-54C3-E63E-E432DFF6B5EB}"/>
              </a:ext>
            </a:extLst>
          </p:cNvPr>
          <p:cNvGrpSpPr/>
          <p:nvPr/>
        </p:nvGrpSpPr>
        <p:grpSpPr>
          <a:xfrm>
            <a:off x="0" y="9351219"/>
            <a:ext cx="18288000" cy="935781"/>
            <a:chOff x="0" y="-57150"/>
            <a:chExt cx="4816593" cy="246461"/>
          </a:xfrm>
        </p:grpSpPr>
        <p:sp>
          <p:nvSpPr>
            <p:cNvPr id="193" name="Google Shape;193;p5">
              <a:extLst>
                <a:ext uri="{FF2B5EF4-FFF2-40B4-BE49-F238E27FC236}">
                  <a16:creationId xmlns:a16="http://schemas.microsoft.com/office/drawing/2014/main" id="{4275E0E2-0B62-BC87-4800-8D1879E70FD6}"/>
                </a:ext>
              </a:extLst>
            </p:cNvPr>
            <p:cNvSpPr/>
            <p:nvPr/>
          </p:nvSpPr>
          <p:spPr>
            <a:xfrm>
              <a:off x="0" y="0"/>
              <a:ext cx="4816592" cy="189311"/>
            </a:xfrm>
            <a:custGeom>
              <a:avLst/>
              <a:gdLst/>
              <a:ahLst/>
              <a:cxnLst/>
              <a:rect l="l" t="t" r="r" b="b"/>
              <a:pathLst>
                <a:path w="4816592" h="189311" extrusionOk="0">
                  <a:moveTo>
                    <a:pt x="0" y="0"/>
                  </a:moveTo>
                  <a:lnTo>
                    <a:pt x="4816592" y="0"/>
                  </a:lnTo>
                  <a:lnTo>
                    <a:pt x="4816592" y="189311"/>
                  </a:lnTo>
                  <a:lnTo>
                    <a:pt x="0" y="189311"/>
                  </a:lnTo>
                  <a:close/>
                </a:path>
              </a:pathLst>
            </a:custGeom>
            <a:solidFill>
              <a:srgbClr val="272A38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4" name="Google Shape;194;p5">
              <a:extLst>
                <a:ext uri="{FF2B5EF4-FFF2-40B4-BE49-F238E27FC236}">
                  <a16:creationId xmlns:a16="http://schemas.microsoft.com/office/drawing/2014/main" id="{BA184583-179B-77FE-27F7-7652CC939511}"/>
                </a:ext>
              </a:extLst>
            </p:cNvPr>
            <p:cNvSpPr txBox="1"/>
            <p:nvPr/>
          </p:nvSpPr>
          <p:spPr>
            <a:xfrm>
              <a:off x="0" y="-57150"/>
              <a:ext cx="4816593" cy="2464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5" name="Google Shape;195;p5">
            <a:extLst>
              <a:ext uri="{FF2B5EF4-FFF2-40B4-BE49-F238E27FC236}">
                <a16:creationId xmlns:a16="http://schemas.microsoft.com/office/drawing/2014/main" id="{D95D34BA-EE16-0014-E519-3F53C086D145}"/>
              </a:ext>
            </a:extLst>
          </p:cNvPr>
          <p:cNvGrpSpPr/>
          <p:nvPr/>
        </p:nvGrpSpPr>
        <p:grpSpPr>
          <a:xfrm>
            <a:off x="-6189110" y="-7534167"/>
            <a:ext cx="26133391" cy="26171339"/>
            <a:chOff x="0" y="0"/>
            <a:chExt cx="34844521" cy="34895118"/>
          </a:xfrm>
        </p:grpSpPr>
        <p:sp>
          <p:nvSpPr>
            <p:cNvPr id="196" name="Google Shape;196;p5">
              <a:extLst>
                <a:ext uri="{FF2B5EF4-FFF2-40B4-BE49-F238E27FC236}">
                  <a16:creationId xmlns:a16="http://schemas.microsoft.com/office/drawing/2014/main" id="{F1A606C4-1B12-176D-E1CC-489FE52B99F0}"/>
                </a:ext>
              </a:extLst>
            </p:cNvPr>
            <p:cNvSpPr/>
            <p:nvPr/>
          </p:nvSpPr>
          <p:spPr>
            <a:xfrm rot="-9088373">
              <a:off x="13956475" y="13224406"/>
              <a:ext cx="17504077" cy="18621359"/>
            </a:xfrm>
            <a:custGeom>
              <a:avLst/>
              <a:gdLst/>
              <a:ahLst/>
              <a:cxnLst/>
              <a:rect l="l" t="t" r="r" b="b"/>
              <a:pathLst>
                <a:path w="17504077" h="18621359" extrusionOk="0">
                  <a:moveTo>
                    <a:pt x="0" y="0"/>
                  </a:moveTo>
                  <a:lnTo>
                    <a:pt x="17504077" y="0"/>
                  </a:lnTo>
                  <a:lnTo>
                    <a:pt x="17504077" y="18621358"/>
                  </a:lnTo>
                  <a:lnTo>
                    <a:pt x="0" y="1862135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 amt="65999"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7" name="Google Shape;197;p5">
              <a:extLst>
                <a:ext uri="{FF2B5EF4-FFF2-40B4-BE49-F238E27FC236}">
                  <a16:creationId xmlns:a16="http://schemas.microsoft.com/office/drawing/2014/main" id="{4D634A05-A4A8-A42B-94F9-A42A20A4F508}"/>
                </a:ext>
              </a:extLst>
            </p:cNvPr>
            <p:cNvSpPr/>
            <p:nvPr/>
          </p:nvSpPr>
          <p:spPr>
            <a:xfrm rot="1794495">
              <a:off x="2804490" y="2519802"/>
              <a:ext cx="14119029" cy="15020243"/>
            </a:xfrm>
            <a:custGeom>
              <a:avLst/>
              <a:gdLst/>
              <a:ahLst/>
              <a:cxnLst/>
              <a:rect l="l" t="t" r="r" b="b"/>
              <a:pathLst>
                <a:path w="14119029" h="15020243" extrusionOk="0">
                  <a:moveTo>
                    <a:pt x="0" y="0"/>
                  </a:moveTo>
                  <a:lnTo>
                    <a:pt x="14119029" y="0"/>
                  </a:lnTo>
                  <a:lnTo>
                    <a:pt x="14119029" y="15020243"/>
                  </a:lnTo>
                  <a:lnTo>
                    <a:pt x="0" y="1502024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 amt="55000"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02" name="Google Shape;202;p5">
            <a:extLst>
              <a:ext uri="{FF2B5EF4-FFF2-40B4-BE49-F238E27FC236}">
                <a16:creationId xmlns:a16="http://schemas.microsoft.com/office/drawing/2014/main" id="{90A4217E-3C4A-4C21-2CE7-E52956813675}"/>
              </a:ext>
            </a:extLst>
          </p:cNvPr>
          <p:cNvSpPr txBox="1"/>
          <p:nvPr/>
        </p:nvSpPr>
        <p:spPr>
          <a:xfrm>
            <a:off x="1028699" y="3062643"/>
            <a:ext cx="14796007" cy="59031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31801" marR="0" lvl="1" indent="-2159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2000"/>
              <a:buFont typeface="Arial"/>
              <a:buChar char="•"/>
            </a:pPr>
            <a:r>
              <a:rPr lang="en-US" sz="4000" b="0" i="0" u="none" strike="noStrike" cap="none" dirty="0">
                <a:solidFill>
                  <a:srgbClr val="D8D8D8"/>
                </a:solidFill>
                <a:latin typeface="Poppins"/>
                <a:ea typeface="Poppins"/>
                <a:cs typeface="Poppins"/>
                <a:sym typeface="Poppins"/>
              </a:rPr>
              <a:t>bxs (scripting)</a:t>
            </a:r>
          </a:p>
          <a:p>
            <a:pPr marL="431801" marR="0" lvl="1" indent="-2159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2000"/>
              <a:buFont typeface="Arial"/>
              <a:buChar char="•"/>
            </a:pPr>
            <a:r>
              <a:rPr lang="en-US" sz="4000" dirty="0" err="1">
                <a:solidFill>
                  <a:srgbClr val="D8D8D8"/>
                </a:solidFill>
                <a:latin typeface="Poppins"/>
                <a:ea typeface="Poppins"/>
                <a:cs typeface="Poppins"/>
                <a:sym typeface="Poppins"/>
              </a:rPr>
              <a:t>bxm</a:t>
            </a:r>
            <a:r>
              <a:rPr lang="en-US" sz="4000" dirty="0">
                <a:solidFill>
                  <a:srgbClr val="D8D8D8"/>
                </a:solidFill>
                <a:latin typeface="Poppins"/>
                <a:ea typeface="Poppins"/>
                <a:cs typeface="Poppins"/>
                <a:sym typeface="Poppins"/>
              </a:rPr>
              <a:t> (tag)</a:t>
            </a:r>
          </a:p>
          <a:p>
            <a:pPr marL="431801" marR="0" lvl="1" indent="-2159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2000"/>
              <a:buFont typeface="Arial"/>
              <a:buChar char="•"/>
            </a:pPr>
            <a:r>
              <a:rPr lang="en-US" sz="4000" b="0" i="0" u="none" strike="noStrike" cap="none" dirty="0">
                <a:solidFill>
                  <a:srgbClr val="D8D8D8"/>
                </a:solidFill>
                <a:latin typeface="Poppins"/>
                <a:ea typeface="Poppins"/>
                <a:cs typeface="Poppins"/>
                <a:sym typeface="Poppins"/>
              </a:rPr>
              <a:t>bx (classes)</a:t>
            </a:r>
          </a:p>
          <a:p>
            <a:pPr marL="431801" marR="0" lvl="1" indent="-2159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2000"/>
              <a:buFont typeface="Arial"/>
              <a:buChar char="•"/>
            </a:pPr>
            <a:endParaRPr lang="en-US" sz="4000" dirty="0">
              <a:solidFill>
                <a:srgbClr val="D8D8D8"/>
              </a:solidFill>
              <a:latin typeface="Consolas" panose="020B0609020204030204" pitchFamily="49" charset="0"/>
              <a:ea typeface="Poppins"/>
              <a:cs typeface="Poppins"/>
              <a:sym typeface="Poppins"/>
            </a:endParaRPr>
          </a:p>
          <a:p>
            <a:pPr marL="431801" lvl="8" indent="-215900">
              <a:lnSpc>
                <a:spcPct val="140000"/>
              </a:lnSpc>
              <a:buClr>
                <a:srgbClr val="D8D8D8"/>
              </a:buClr>
              <a:buSzPts val="2000"/>
              <a:buFont typeface="Arial"/>
              <a:buChar char="•"/>
            </a:pPr>
            <a:endParaRPr lang="en-US" sz="4000" b="0" i="0" u="none" strike="noStrike" cap="none" dirty="0">
              <a:solidFill>
                <a:srgbClr val="D8D8D8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31801" marR="0" lvl="1" indent="-2159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2000"/>
              <a:buFont typeface="Arial"/>
              <a:buChar char="•"/>
            </a:pPr>
            <a:endParaRPr lang="en-US" sz="4000" b="0" i="0" u="none" strike="noStrike" cap="none" dirty="0">
              <a:solidFill>
                <a:srgbClr val="D8D8D8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31801" marR="0" lvl="1" indent="-2159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2000"/>
              <a:buFont typeface="Arial"/>
              <a:buChar char="•"/>
            </a:pPr>
            <a:endParaRPr lang="en-US" sz="2000" b="0" i="0" u="none" strike="noStrike" cap="none" dirty="0">
              <a:solidFill>
                <a:srgbClr val="D8D8D8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31801" marR="0" lvl="1" indent="-2159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2000"/>
              <a:buFont typeface="Arial"/>
              <a:buChar char="•"/>
            </a:pPr>
            <a:endParaRPr lang="en-US" dirty="0"/>
          </a:p>
        </p:txBody>
      </p:sp>
      <p:sp>
        <p:nvSpPr>
          <p:cNvPr id="204" name="Google Shape;204;p5">
            <a:extLst>
              <a:ext uri="{FF2B5EF4-FFF2-40B4-BE49-F238E27FC236}">
                <a16:creationId xmlns:a16="http://schemas.microsoft.com/office/drawing/2014/main" id="{941EFDFB-40E1-AB68-AF21-4A686BC26DF6}"/>
              </a:ext>
            </a:extLst>
          </p:cNvPr>
          <p:cNvSpPr txBox="1"/>
          <p:nvPr/>
        </p:nvSpPr>
        <p:spPr>
          <a:xfrm>
            <a:off x="1028699" y="1535938"/>
            <a:ext cx="13483713" cy="1154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dirty="0" err="1">
                <a:solidFill>
                  <a:srgbClr val="F6F6F6"/>
                </a:solidFill>
                <a:latin typeface="Poppins"/>
                <a:cs typeface="Poppins"/>
                <a:sym typeface="Poppins"/>
              </a:rPr>
              <a:t>BoxLang</a:t>
            </a:r>
            <a:r>
              <a:rPr lang="en-US" sz="7500" dirty="0">
                <a:solidFill>
                  <a:srgbClr val="F6F6F6"/>
                </a:solidFill>
                <a:latin typeface="Poppins"/>
                <a:cs typeface="Poppins"/>
                <a:sym typeface="Poppins"/>
              </a:rPr>
              <a:t> Files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833224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>
          <a:extLst>
            <a:ext uri="{FF2B5EF4-FFF2-40B4-BE49-F238E27FC236}">
              <a16:creationId xmlns:a16="http://schemas.microsoft.com/office/drawing/2014/main" id="{3ABC5477-C14E-3498-88D0-B76F1FC03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5">
            <a:extLst>
              <a:ext uri="{FF2B5EF4-FFF2-40B4-BE49-F238E27FC236}">
                <a16:creationId xmlns:a16="http://schemas.microsoft.com/office/drawing/2014/main" id="{EFE9E76E-749D-1437-250C-A2AF15F99AA8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17591" b="-17591"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192" name="Google Shape;192;p5">
            <a:extLst>
              <a:ext uri="{FF2B5EF4-FFF2-40B4-BE49-F238E27FC236}">
                <a16:creationId xmlns:a16="http://schemas.microsoft.com/office/drawing/2014/main" id="{AC00AE24-3AE5-52CC-40CD-E5F7BB80A895}"/>
              </a:ext>
            </a:extLst>
          </p:cNvPr>
          <p:cNvGrpSpPr/>
          <p:nvPr/>
        </p:nvGrpSpPr>
        <p:grpSpPr>
          <a:xfrm>
            <a:off x="0" y="9351219"/>
            <a:ext cx="18288000" cy="935781"/>
            <a:chOff x="0" y="-57150"/>
            <a:chExt cx="4816593" cy="246461"/>
          </a:xfrm>
        </p:grpSpPr>
        <p:sp>
          <p:nvSpPr>
            <p:cNvPr id="193" name="Google Shape;193;p5">
              <a:extLst>
                <a:ext uri="{FF2B5EF4-FFF2-40B4-BE49-F238E27FC236}">
                  <a16:creationId xmlns:a16="http://schemas.microsoft.com/office/drawing/2014/main" id="{371081DB-E475-B8F1-62FD-1152A7009CB7}"/>
                </a:ext>
              </a:extLst>
            </p:cNvPr>
            <p:cNvSpPr/>
            <p:nvPr/>
          </p:nvSpPr>
          <p:spPr>
            <a:xfrm>
              <a:off x="0" y="0"/>
              <a:ext cx="4816592" cy="189311"/>
            </a:xfrm>
            <a:custGeom>
              <a:avLst/>
              <a:gdLst/>
              <a:ahLst/>
              <a:cxnLst/>
              <a:rect l="l" t="t" r="r" b="b"/>
              <a:pathLst>
                <a:path w="4816592" h="189311" extrusionOk="0">
                  <a:moveTo>
                    <a:pt x="0" y="0"/>
                  </a:moveTo>
                  <a:lnTo>
                    <a:pt x="4816592" y="0"/>
                  </a:lnTo>
                  <a:lnTo>
                    <a:pt x="4816592" y="189311"/>
                  </a:lnTo>
                  <a:lnTo>
                    <a:pt x="0" y="189311"/>
                  </a:lnTo>
                  <a:close/>
                </a:path>
              </a:pathLst>
            </a:custGeom>
            <a:solidFill>
              <a:srgbClr val="272A38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4" name="Google Shape;194;p5">
              <a:extLst>
                <a:ext uri="{FF2B5EF4-FFF2-40B4-BE49-F238E27FC236}">
                  <a16:creationId xmlns:a16="http://schemas.microsoft.com/office/drawing/2014/main" id="{DA582956-9FA9-064C-4049-DC026C9E729E}"/>
                </a:ext>
              </a:extLst>
            </p:cNvPr>
            <p:cNvSpPr txBox="1"/>
            <p:nvPr/>
          </p:nvSpPr>
          <p:spPr>
            <a:xfrm>
              <a:off x="0" y="-57150"/>
              <a:ext cx="4816593" cy="2464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5" name="Google Shape;195;p5">
            <a:extLst>
              <a:ext uri="{FF2B5EF4-FFF2-40B4-BE49-F238E27FC236}">
                <a16:creationId xmlns:a16="http://schemas.microsoft.com/office/drawing/2014/main" id="{976A6C47-11D3-C4C1-A38B-B58EE160491D}"/>
              </a:ext>
            </a:extLst>
          </p:cNvPr>
          <p:cNvGrpSpPr/>
          <p:nvPr/>
        </p:nvGrpSpPr>
        <p:grpSpPr>
          <a:xfrm>
            <a:off x="-6189110" y="-7534167"/>
            <a:ext cx="26133391" cy="26171339"/>
            <a:chOff x="0" y="0"/>
            <a:chExt cx="34844521" cy="34895118"/>
          </a:xfrm>
        </p:grpSpPr>
        <p:sp>
          <p:nvSpPr>
            <p:cNvPr id="196" name="Google Shape;196;p5">
              <a:extLst>
                <a:ext uri="{FF2B5EF4-FFF2-40B4-BE49-F238E27FC236}">
                  <a16:creationId xmlns:a16="http://schemas.microsoft.com/office/drawing/2014/main" id="{4115246A-F3A0-43F7-2E99-38F6B3E502F5}"/>
                </a:ext>
              </a:extLst>
            </p:cNvPr>
            <p:cNvSpPr/>
            <p:nvPr/>
          </p:nvSpPr>
          <p:spPr>
            <a:xfrm rot="-9088373">
              <a:off x="13956475" y="13224406"/>
              <a:ext cx="17504077" cy="18621359"/>
            </a:xfrm>
            <a:custGeom>
              <a:avLst/>
              <a:gdLst/>
              <a:ahLst/>
              <a:cxnLst/>
              <a:rect l="l" t="t" r="r" b="b"/>
              <a:pathLst>
                <a:path w="17504077" h="18621359" extrusionOk="0">
                  <a:moveTo>
                    <a:pt x="0" y="0"/>
                  </a:moveTo>
                  <a:lnTo>
                    <a:pt x="17504077" y="0"/>
                  </a:lnTo>
                  <a:lnTo>
                    <a:pt x="17504077" y="18621358"/>
                  </a:lnTo>
                  <a:lnTo>
                    <a:pt x="0" y="1862135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 amt="65999"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7" name="Google Shape;197;p5">
              <a:extLst>
                <a:ext uri="{FF2B5EF4-FFF2-40B4-BE49-F238E27FC236}">
                  <a16:creationId xmlns:a16="http://schemas.microsoft.com/office/drawing/2014/main" id="{1F251199-0782-DD1C-759B-DAA5DF2A3D70}"/>
                </a:ext>
              </a:extLst>
            </p:cNvPr>
            <p:cNvSpPr/>
            <p:nvPr/>
          </p:nvSpPr>
          <p:spPr>
            <a:xfrm rot="1794495">
              <a:off x="2804490" y="2519802"/>
              <a:ext cx="14119029" cy="15020243"/>
            </a:xfrm>
            <a:custGeom>
              <a:avLst/>
              <a:gdLst/>
              <a:ahLst/>
              <a:cxnLst/>
              <a:rect l="l" t="t" r="r" b="b"/>
              <a:pathLst>
                <a:path w="14119029" h="15020243" extrusionOk="0">
                  <a:moveTo>
                    <a:pt x="0" y="0"/>
                  </a:moveTo>
                  <a:lnTo>
                    <a:pt x="14119029" y="0"/>
                  </a:lnTo>
                  <a:lnTo>
                    <a:pt x="14119029" y="15020243"/>
                  </a:lnTo>
                  <a:lnTo>
                    <a:pt x="0" y="1502024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 amt="55000"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02" name="Google Shape;202;p5">
            <a:extLst>
              <a:ext uri="{FF2B5EF4-FFF2-40B4-BE49-F238E27FC236}">
                <a16:creationId xmlns:a16="http://schemas.microsoft.com/office/drawing/2014/main" id="{4B62E582-8EE7-2357-7CAE-7F893C9014D1}"/>
              </a:ext>
            </a:extLst>
          </p:cNvPr>
          <p:cNvSpPr txBox="1"/>
          <p:nvPr/>
        </p:nvSpPr>
        <p:spPr>
          <a:xfrm>
            <a:off x="1028699" y="3062643"/>
            <a:ext cx="14796007" cy="331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15901" marR="0" lvl="1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2000"/>
            </a:pPr>
            <a:r>
              <a:rPr lang="en-US" sz="4000" dirty="0">
                <a:solidFill>
                  <a:srgbClr val="D8D8D8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Ray, show the tag/class versions of hello world...</a:t>
            </a:r>
          </a:p>
          <a:p>
            <a:pPr marL="431801" lvl="8" indent="-215900">
              <a:lnSpc>
                <a:spcPct val="140000"/>
              </a:lnSpc>
              <a:buClr>
                <a:srgbClr val="D8D8D8"/>
              </a:buClr>
              <a:buSzPts val="2000"/>
              <a:buFont typeface="Arial"/>
              <a:buChar char="•"/>
            </a:pPr>
            <a:endParaRPr lang="en-US" sz="4000" b="0" i="0" u="none" strike="noStrike" cap="none" dirty="0">
              <a:solidFill>
                <a:srgbClr val="D8D8D8"/>
              </a:solidFill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"/>
            </a:endParaRPr>
          </a:p>
          <a:p>
            <a:pPr marL="431801" marR="0" lvl="1" indent="-2159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2000"/>
              <a:buFont typeface="Arial"/>
              <a:buChar char="•"/>
            </a:pPr>
            <a:endParaRPr lang="en-US" sz="4000" b="0" i="0" u="none" strike="noStrike" cap="none" dirty="0">
              <a:solidFill>
                <a:srgbClr val="D8D8D8"/>
              </a:solidFill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"/>
            </a:endParaRPr>
          </a:p>
          <a:p>
            <a:pPr marL="431801" marR="0" lvl="1" indent="-2159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2000"/>
              <a:buFont typeface="Arial"/>
              <a:buChar char="•"/>
            </a:pPr>
            <a:endParaRPr lang="en-US" sz="2000" b="0" i="0" u="none" strike="noStrike" cap="none" dirty="0">
              <a:solidFill>
                <a:srgbClr val="D8D8D8"/>
              </a:solidFill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"/>
            </a:endParaRPr>
          </a:p>
          <a:p>
            <a:pPr marL="431801" marR="0" lvl="1" indent="-2159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2000"/>
              <a:buFont typeface="Arial"/>
              <a:buChar char="•"/>
            </a:pPr>
            <a:endParaRPr lang="en-US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04" name="Google Shape;204;p5">
            <a:extLst>
              <a:ext uri="{FF2B5EF4-FFF2-40B4-BE49-F238E27FC236}">
                <a16:creationId xmlns:a16="http://schemas.microsoft.com/office/drawing/2014/main" id="{CA2CC247-B821-6D84-D326-1E1E0F56AE0D}"/>
              </a:ext>
            </a:extLst>
          </p:cNvPr>
          <p:cNvSpPr txBox="1"/>
          <p:nvPr/>
        </p:nvSpPr>
        <p:spPr>
          <a:xfrm>
            <a:off x="1028699" y="1535938"/>
            <a:ext cx="13483713" cy="1154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dirty="0">
                <a:solidFill>
                  <a:srgbClr val="F6F6F6"/>
                </a:solidFill>
                <a:latin typeface="Poppins"/>
                <a:cs typeface="Poppins"/>
                <a:sym typeface="Poppins"/>
              </a:rPr>
              <a:t>Demo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803260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>
          <a:extLst>
            <a:ext uri="{FF2B5EF4-FFF2-40B4-BE49-F238E27FC236}">
              <a16:creationId xmlns:a16="http://schemas.microsoft.com/office/drawing/2014/main" id="{AF4D1B08-5A55-2506-18F0-A0FB77C784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5">
            <a:extLst>
              <a:ext uri="{FF2B5EF4-FFF2-40B4-BE49-F238E27FC236}">
                <a16:creationId xmlns:a16="http://schemas.microsoft.com/office/drawing/2014/main" id="{596644ED-6AF9-A6EB-04BF-B1576E9E8729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17591" b="-17591"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192" name="Google Shape;192;p5">
            <a:extLst>
              <a:ext uri="{FF2B5EF4-FFF2-40B4-BE49-F238E27FC236}">
                <a16:creationId xmlns:a16="http://schemas.microsoft.com/office/drawing/2014/main" id="{9313B76D-AFFC-7C4B-623D-49E0F809293E}"/>
              </a:ext>
            </a:extLst>
          </p:cNvPr>
          <p:cNvGrpSpPr/>
          <p:nvPr/>
        </p:nvGrpSpPr>
        <p:grpSpPr>
          <a:xfrm>
            <a:off x="0" y="9351219"/>
            <a:ext cx="18288000" cy="935781"/>
            <a:chOff x="0" y="-57150"/>
            <a:chExt cx="4816593" cy="246461"/>
          </a:xfrm>
        </p:grpSpPr>
        <p:sp>
          <p:nvSpPr>
            <p:cNvPr id="193" name="Google Shape;193;p5">
              <a:extLst>
                <a:ext uri="{FF2B5EF4-FFF2-40B4-BE49-F238E27FC236}">
                  <a16:creationId xmlns:a16="http://schemas.microsoft.com/office/drawing/2014/main" id="{1C6DDDCB-6B6D-4A08-0D2D-B57586128AB6}"/>
                </a:ext>
              </a:extLst>
            </p:cNvPr>
            <p:cNvSpPr/>
            <p:nvPr/>
          </p:nvSpPr>
          <p:spPr>
            <a:xfrm>
              <a:off x="0" y="0"/>
              <a:ext cx="4816592" cy="189311"/>
            </a:xfrm>
            <a:custGeom>
              <a:avLst/>
              <a:gdLst/>
              <a:ahLst/>
              <a:cxnLst/>
              <a:rect l="l" t="t" r="r" b="b"/>
              <a:pathLst>
                <a:path w="4816592" h="189311" extrusionOk="0">
                  <a:moveTo>
                    <a:pt x="0" y="0"/>
                  </a:moveTo>
                  <a:lnTo>
                    <a:pt x="4816592" y="0"/>
                  </a:lnTo>
                  <a:lnTo>
                    <a:pt x="4816592" y="189311"/>
                  </a:lnTo>
                  <a:lnTo>
                    <a:pt x="0" y="189311"/>
                  </a:lnTo>
                  <a:close/>
                </a:path>
              </a:pathLst>
            </a:custGeom>
            <a:solidFill>
              <a:srgbClr val="272A38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4" name="Google Shape;194;p5">
              <a:extLst>
                <a:ext uri="{FF2B5EF4-FFF2-40B4-BE49-F238E27FC236}">
                  <a16:creationId xmlns:a16="http://schemas.microsoft.com/office/drawing/2014/main" id="{356D5FAF-25A8-4414-F313-522919A732ED}"/>
                </a:ext>
              </a:extLst>
            </p:cNvPr>
            <p:cNvSpPr txBox="1"/>
            <p:nvPr/>
          </p:nvSpPr>
          <p:spPr>
            <a:xfrm>
              <a:off x="0" y="-57150"/>
              <a:ext cx="4816593" cy="2464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5" name="Google Shape;195;p5">
            <a:extLst>
              <a:ext uri="{FF2B5EF4-FFF2-40B4-BE49-F238E27FC236}">
                <a16:creationId xmlns:a16="http://schemas.microsoft.com/office/drawing/2014/main" id="{3F234E46-D458-D90B-858E-03C68FF02DA4}"/>
              </a:ext>
            </a:extLst>
          </p:cNvPr>
          <p:cNvGrpSpPr/>
          <p:nvPr/>
        </p:nvGrpSpPr>
        <p:grpSpPr>
          <a:xfrm>
            <a:off x="-6189110" y="-7534167"/>
            <a:ext cx="26133391" cy="26171339"/>
            <a:chOff x="0" y="0"/>
            <a:chExt cx="34844521" cy="34895118"/>
          </a:xfrm>
        </p:grpSpPr>
        <p:sp>
          <p:nvSpPr>
            <p:cNvPr id="196" name="Google Shape;196;p5">
              <a:extLst>
                <a:ext uri="{FF2B5EF4-FFF2-40B4-BE49-F238E27FC236}">
                  <a16:creationId xmlns:a16="http://schemas.microsoft.com/office/drawing/2014/main" id="{CB9E53B4-ADF3-84F1-465C-6AF53E14BE71}"/>
                </a:ext>
              </a:extLst>
            </p:cNvPr>
            <p:cNvSpPr/>
            <p:nvPr/>
          </p:nvSpPr>
          <p:spPr>
            <a:xfrm rot="-9088373">
              <a:off x="13956475" y="13224406"/>
              <a:ext cx="17504077" cy="18621359"/>
            </a:xfrm>
            <a:custGeom>
              <a:avLst/>
              <a:gdLst/>
              <a:ahLst/>
              <a:cxnLst/>
              <a:rect l="l" t="t" r="r" b="b"/>
              <a:pathLst>
                <a:path w="17504077" h="18621359" extrusionOk="0">
                  <a:moveTo>
                    <a:pt x="0" y="0"/>
                  </a:moveTo>
                  <a:lnTo>
                    <a:pt x="17504077" y="0"/>
                  </a:lnTo>
                  <a:lnTo>
                    <a:pt x="17504077" y="18621358"/>
                  </a:lnTo>
                  <a:lnTo>
                    <a:pt x="0" y="1862135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 amt="65999"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7" name="Google Shape;197;p5">
              <a:extLst>
                <a:ext uri="{FF2B5EF4-FFF2-40B4-BE49-F238E27FC236}">
                  <a16:creationId xmlns:a16="http://schemas.microsoft.com/office/drawing/2014/main" id="{D108D93C-9754-86D9-4C3D-760F572CBD4F}"/>
                </a:ext>
              </a:extLst>
            </p:cNvPr>
            <p:cNvSpPr/>
            <p:nvPr/>
          </p:nvSpPr>
          <p:spPr>
            <a:xfrm rot="1794495">
              <a:off x="2804490" y="2519802"/>
              <a:ext cx="14119029" cy="15020243"/>
            </a:xfrm>
            <a:custGeom>
              <a:avLst/>
              <a:gdLst/>
              <a:ahLst/>
              <a:cxnLst/>
              <a:rect l="l" t="t" r="r" b="b"/>
              <a:pathLst>
                <a:path w="14119029" h="15020243" extrusionOk="0">
                  <a:moveTo>
                    <a:pt x="0" y="0"/>
                  </a:moveTo>
                  <a:lnTo>
                    <a:pt x="14119029" y="0"/>
                  </a:lnTo>
                  <a:lnTo>
                    <a:pt x="14119029" y="15020243"/>
                  </a:lnTo>
                  <a:lnTo>
                    <a:pt x="0" y="1502024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 amt="55000"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02" name="Google Shape;202;p5">
            <a:extLst>
              <a:ext uri="{FF2B5EF4-FFF2-40B4-BE49-F238E27FC236}">
                <a16:creationId xmlns:a16="http://schemas.microsoft.com/office/drawing/2014/main" id="{D681E9C8-990E-1889-843A-3287E461067B}"/>
              </a:ext>
            </a:extLst>
          </p:cNvPr>
          <p:cNvSpPr txBox="1"/>
          <p:nvPr/>
        </p:nvSpPr>
        <p:spPr>
          <a:xfrm>
            <a:off x="1028699" y="3062643"/>
            <a:ext cx="14796007" cy="5170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31801" lvl="8" indent="-215900">
              <a:lnSpc>
                <a:spcPct val="140000"/>
              </a:lnSpc>
              <a:buClr>
                <a:srgbClr val="D8D8D8"/>
              </a:buClr>
              <a:buSzPts val="2000"/>
              <a:buFont typeface="Arial"/>
              <a:buChar char="•"/>
            </a:pPr>
            <a:r>
              <a:rPr lang="en-US" sz="4000" b="0" i="0" u="none" strike="noStrike" cap="none" dirty="0">
                <a:solidFill>
                  <a:srgbClr val="D8D8D8"/>
                </a:solidFill>
                <a:latin typeface="Poppins"/>
                <a:ea typeface="Poppins"/>
                <a:cs typeface="Poppins"/>
                <a:sym typeface="Poppins"/>
              </a:rPr>
              <a:t>For interaction, use: </a:t>
            </a:r>
            <a:r>
              <a:rPr lang="en-US" sz="4000" b="0" i="0" u="none" strike="noStrike" cap="none" dirty="0" err="1">
                <a:solidFill>
                  <a:srgbClr val="D8D8D8"/>
                </a:solidFill>
                <a:latin typeface="Consolas" panose="020B0609020204030204" pitchFamily="49" charset="0"/>
                <a:ea typeface="Poppins"/>
                <a:cs typeface="Poppins"/>
                <a:sym typeface="Poppins"/>
              </a:rPr>
              <a:t>cliGetArgs</a:t>
            </a:r>
            <a:r>
              <a:rPr lang="en-US" sz="4000" b="0" i="0" u="none" strike="noStrike" cap="none" dirty="0">
                <a:solidFill>
                  <a:srgbClr val="D8D8D8"/>
                </a:solidFill>
                <a:latin typeface="Consolas" panose="020B0609020204030204" pitchFamily="49" charset="0"/>
                <a:ea typeface="Poppins"/>
                <a:cs typeface="Poppins"/>
                <a:sym typeface="Poppins"/>
              </a:rPr>
              <a:t>()</a:t>
            </a:r>
            <a:r>
              <a:rPr lang="en-US" sz="4000" b="0" i="0" u="none" strike="noStrike" cap="none" dirty="0">
                <a:solidFill>
                  <a:srgbClr val="D8D8D8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4000" b="0" i="0" u="none" strike="noStrike" cap="none" dirty="0" err="1">
                <a:solidFill>
                  <a:srgbClr val="D8D8D8"/>
                </a:solidFill>
                <a:latin typeface="Consolas" panose="020B0609020204030204" pitchFamily="49" charset="0"/>
                <a:ea typeface="Poppins"/>
                <a:cs typeface="Poppins"/>
                <a:sym typeface="Poppins"/>
              </a:rPr>
              <a:t>cliRead</a:t>
            </a:r>
            <a:r>
              <a:rPr lang="en-US" sz="4000" b="0" i="0" u="none" strike="noStrike" cap="none" dirty="0">
                <a:solidFill>
                  <a:srgbClr val="D8D8D8"/>
                </a:solidFill>
                <a:latin typeface="Consolas" panose="020B0609020204030204" pitchFamily="49" charset="0"/>
                <a:ea typeface="Poppins"/>
                <a:cs typeface="Poppins"/>
                <a:sym typeface="Poppins"/>
              </a:rPr>
              <a:t>()</a:t>
            </a:r>
            <a:r>
              <a:rPr lang="en-US" sz="4000" b="0" i="0" u="none" strike="noStrike" cap="none" dirty="0">
                <a:solidFill>
                  <a:srgbClr val="D8D8D8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4000" b="0" i="0" u="none" strike="noStrike" cap="none" dirty="0" err="1">
                <a:solidFill>
                  <a:srgbClr val="D8D8D8"/>
                </a:solidFill>
                <a:latin typeface="Consolas" panose="020B0609020204030204" pitchFamily="49" charset="0"/>
                <a:ea typeface="Poppins"/>
                <a:cs typeface="Poppins"/>
                <a:sym typeface="Poppins"/>
              </a:rPr>
              <a:t>cliExit</a:t>
            </a:r>
            <a:r>
              <a:rPr lang="en-US" sz="4000" b="0" i="0" u="none" strike="noStrike" cap="none" dirty="0">
                <a:solidFill>
                  <a:srgbClr val="D8D8D8"/>
                </a:solidFill>
                <a:latin typeface="Consolas" panose="020B0609020204030204" pitchFamily="49" charset="0"/>
                <a:ea typeface="Poppins"/>
                <a:cs typeface="Poppins"/>
                <a:sym typeface="Poppins"/>
              </a:rPr>
              <a:t>()</a:t>
            </a:r>
          </a:p>
          <a:p>
            <a:pPr marL="431801" lvl="8" indent="-215900">
              <a:lnSpc>
                <a:spcPct val="140000"/>
              </a:lnSpc>
              <a:buClr>
                <a:srgbClr val="D8D8D8"/>
              </a:buClr>
              <a:buSzPts val="2000"/>
              <a:buFont typeface="Arial"/>
              <a:buChar char="•"/>
            </a:pPr>
            <a:r>
              <a:rPr lang="en-US" sz="4000" dirty="0">
                <a:solidFill>
                  <a:srgbClr val="D8D8D8"/>
                </a:solidFill>
                <a:latin typeface="Poppins"/>
                <a:ea typeface="Poppins"/>
                <a:cs typeface="Poppins"/>
                <a:sym typeface="Poppins"/>
              </a:rPr>
              <a:t>Also </a:t>
            </a:r>
            <a:r>
              <a:rPr lang="en-US" sz="4000" dirty="0" err="1">
                <a:solidFill>
                  <a:srgbClr val="D8D8D8"/>
                </a:solidFill>
                <a:latin typeface="Poppins"/>
                <a:ea typeface="Poppins"/>
                <a:cs typeface="Poppins"/>
                <a:sym typeface="Poppins"/>
              </a:rPr>
              <a:t>server.cli.parsed</a:t>
            </a:r>
            <a:endParaRPr lang="en-US" sz="4000" dirty="0">
              <a:solidFill>
                <a:srgbClr val="D8D8D8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31801" lvl="8" indent="-215900">
              <a:lnSpc>
                <a:spcPct val="140000"/>
              </a:lnSpc>
              <a:buClr>
                <a:srgbClr val="D8D8D8"/>
              </a:buClr>
              <a:buSzPts val="2000"/>
              <a:buFont typeface="Arial"/>
              <a:buChar char="•"/>
            </a:pPr>
            <a:r>
              <a:rPr lang="en-US" sz="4000" b="0" i="0" u="none" strike="noStrike" cap="none" dirty="0" err="1">
                <a:solidFill>
                  <a:srgbClr val="D8D8D8"/>
                </a:solidFill>
                <a:latin typeface="Poppins"/>
                <a:ea typeface="Poppins"/>
                <a:cs typeface="Poppins"/>
                <a:sym typeface="Poppins"/>
              </a:rPr>
              <a:t>Positionals</a:t>
            </a:r>
            <a:r>
              <a:rPr lang="en-US" sz="4000" b="0" i="0" u="none" strike="noStrike" cap="none" dirty="0">
                <a:solidFill>
                  <a:srgbClr val="D8D8D8"/>
                </a:solidFill>
                <a:latin typeface="Poppins"/>
                <a:ea typeface="Poppins"/>
                <a:cs typeface="Poppins"/>
                <a:sym typeface="Poppins"/>
              </a:rPr>
              <a:t> and Options</a:t>
            </a:r>
          </a:p>
          <a:p>
            <a:pPr marL="431801" lvl="8" indent="-215900">
              <a:lnSpc>
                <a:spcPct val="140000"/>
              </a:lnSpc>
              <a:buClr>
                <a:srgbClr val="D8D8D8"/>
              </a:buClr>
              <a:buSzPts val="2000"/>
              <a:buFont typeface="Arial"/>
              <a:buChar char="•"/>
            </a:pPr>
            <a:r>
              <a:rPr lang="en-US" sz="4000" dirty="0">
                <a:solidFill>
                  <a:srgbClr val="D8D8D8"/>
                </a:solidFill>
                <a:latin typeface="Poppins"/>
                <a:ea typeface="Poppins"/>
                <a:cs typeface="Poppins"/>
                <a:sym typeface="Poppins"/>
              </a:rPr>
              <a:t>For classes, </a:t>
            </a:r>
            <a:r>
              <a:rPr lang="en-US" sz="4000" dirty="0">
                <a:solidFill>
                  <a:srgbClr val="D8D8D8"/>
                </a:solidFill>
                <a:latin typeface="Consolas" panose="020B0609020204030204" pitchFamily="49" charset="0"/>
                <a:ea typeface="Poppins"/>
                <a:cs typeface="Poppins"/>
                <a:sym typeface="Poppins"/>
              </a:rPr>
              <a:t>main</a:t>
            </a:r>
            <a:r>
              <a:rPr lang="en-US" sz="4000" dirty="0">
                <a:solidFill>
                  <a:srgbClr val="D8D8D8"/>
                </a:solidFill>
                <a:latin typeface="Poppins"/>
                <a:ea typeface="Poppins"/>
                <a:cs typeface="Poppins"/>
                <a:sym typeface="Poppins"/>
              </a:rPr>
              <a:t> is automatically run</a:t>
            </a:r>
          </a:p>
          <a:p>
            <a:pPr marL="431801" lvl="8" indent="-215900">
              <a:lnSpc>
                <a:spcPct val="140000"/>
              </a:lnSpc>
              <a:buClr>
                <a:srgbClr val="D8D8D8"/>
              </a:buClr>
              <a:buSzPts val="2000"/>
              <a:buFont typeface="Arial"/>
              <a:buChar char="•"/>
            </a:pPr>
            <a:r>
              <a:rPr lang="en-US" sz="4000" dirty="0">
                <a:solidFill>
                  <a:srgbClr val="D8D8D8"/>
                </a:solidFill>
                <a:latin typeface="Poppins"/>
                <a:ea typeface="Poppins"/>
                <a:cs typeface="Poppins"/>
                <a:sym typeface="Poppins"/>
              </a:rPr>
              <a:t>https://boxlang.ortusbooks.com/getting-started/running-boxlang/cli-scripting</a:t>
            </a:r>
            <a:endParaRPr lang="en-US" sz="4000" b="0" i="0" u="none" strike="noStrike" cap="none" dirty="0">
              <a:solidFill>
                <a:srgbClr val="D8D8D8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04" name="Google Shape;204;p5">
            <a:extLst>
              <a:ext uri="{FF2B5EF4-FFF2-40B4-BE49-F238E27FC236}">
                <a16:creationId xmlns:a16="http://schemas.microsoft.com/office/drawing/2014/main" id="{F1121303-77F2-2490-4D0A-CC0648649359}"/>
              </a:ext>
            </a:extLst>
          </p:cNvPr>
          <p:cNvSpPr txBox="1"/>
          <p:nvPr/>
        </p:nvSpPr>
        <p:spPr>
          <a:xfrm>
            <a:off x="1028699" y="1535938"/>
            <a:ext cx="13483713" cy="1154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dirty="0">
                <a:solidFill>
                  <a:srgbClr val="F6F6F6"/>
                </a:solidFill>
                <a:latin typeface="Poppins"/>
                <a:cs typeface="Poppins"/>
                <a:sym typeface="Poppins"/>
              </a:rPr>
              <a:t>Building for the CLI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803124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>
          <a:extLst>
            <a:ext uri="{FF2B5EF4-FFF2-40B4-BE49-F238E27FC236}">
              <a16:creationId xmlns:a16="http://schemas.microsoft.com/office/drawing/2014/main" id="{6648BD40-8AA5-93EA-0F6D-4D3EE52032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5">
            <a:extLst>
              <a:ext uri="{FF2B5EF4-FFF2-40B4-BE49-F238E27FC236}">
                <a16:creationId xmlns:a16="http://schemas.microsoft.com/office/drawing/2014/main" id="{D4A6424F-7538-1AA6-376A-65DDF06EB637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17591" b="-17591"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192" name="Google Shape;192;p5">
            <a:extLst>
              <a:ext uri="{FF2B5EF4-FFF2-40B4-BE49-F238E27FC236}">
                <a16:creationId xmlns:a16="http://schemas.microsoft.com/office/drawing/2014/main" id="{A14AB858-700F-B6C2-0A92-3C99BD2545E3}"/>
              </a:ext>
            </a:extLst>
          </p:cNvPr>
          <p:cNvGrpSpPr/>
          <p:nvPr/>
        </p:nvGrpSpPr>
        <p:grpSpPr>
          <a:xfrm>
            <a:off x="0" y="9351219"/>
            <a:ext cx="18288000" cy="935781"/>
            <a:chOff x="0" y="-57150"/>
            <a:chExt cx="4816593" cy="246461"/>
          </a:xfrm>
        </p:grpSpPr>
        <p:sp>
          <p:nvSpPr>
            <p:cNvPr id="193" name="Google Shape;193;p5">
              <a:extLst>
                <a:ext uri="{FF2B5EF4-FFF2-40B4-BE49-F238E27FC236}">
                  <a16:creationId xmlns:a16="http://schemas.microsoft.com/office/drawing/2014/main" id="{1447D72D-F033-DCCD-CA20-B3CB8FEBF591}"/>
                </a:ext>
              </a:extLst>
            </p:cNvPr>
            <p:cNvSpPr/>
            <p:nvPr/>
          </p:nvSpPr>
          <p:spPr>
            <a:xfrm>
              <a:off x="0" y="0"/>
              <a:ext cx="4816592" cy="189311"/>
            </a:xfrm>
            <a:custGeom>
              <a:avLst/>
              <a:gdLst/>
              <a:ahLst/>
              <a:cxnLst/>
              <a:rect l="l" t="t" r="r" b="b"/>
              <a:pathLst>
                <a:path w="4816592" h="189311" extrusionOk="0">
                  <a:moveTo>
                    <a:pt x="0" y="0"/>
                  </a:moveTo>
                  <a:lnTo>
                    <a:pt x="4816592" y="0"/>
                  </a:lnTo>
                  <a:lnTo>
                    <a:pt x="4816592" y="189311"/>
                  </a:lnTo>
                  <a:lnTo>
                    <a:pt x="0" y="189311"/>
                  </a:lnTo>
                  <a:close/>
                </a:path>
              </a:pathLst>
            </a:custGeom>
            <a:solidFill>
              <a:srgbClr val="272A38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4" name="Google Shape;194;p5">
              <a:extLst>
                <a:ext uri="{FF2B5EF4-FFF2-40B4-BE49-F238E27FC236}">
                  <a16:creationId xmlns:a16="http://schemas.microsoft.com/office/drawing/2014/main" id="{E3CC53AB-A4EB-9359-C080-60DA848B6614}"/>
                </a:ext>
              </a:extLst>
            </p:cNvPr>
            <p:cNvSpPr txBox="1"/>
            <p:nvPr/>
          </p:nvSpPr>
          <p:spPr>
            <a:xfrm>
              <a:off x="0" y="-57150"/>
              <a:ext cx="4816593" cy="2464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5" name="Google Shape;195;p5">
            <a:extLst>
              <a:ext uri="{FF2B5EF4-FFF2-40B4-BE49-F238E27FC236}">
                <a16:creationId xmlns:a16="http://schemas.microsoft.com/office/drawing/2014/main" id="{0E38491B-91DE-C748-14C3-E0B452CEB348}"/>
              </a:ext>
            </a:extLst>
          </p:cNvPr>
          <p:cNvGrpSpPr/>
          <p:nvPr/>
        </p:nvGrpSpPr>
        <p:grpSpPr>
          <a:xfrm>
            <a:off x="-6189110" y="-7534167"/>
            <a:ext cx="26133391" cy="26171339"/>
            <a:chOff x="0" y="0"/>
            <a:chExt cx="34844521" cy="34895118"/>
          </a:xfrm>
        </p:grpSpPr>
        <p:sp>
          <p:nvSpPr>
            <p:cNvPr id="196" name="Google Shape;196;p5">
              <a:extLst>
                <a:ext uri="{FF2B5EF4-FFF2-40B4-BE49-F238E27FC236}">
                  <a16:creationId xmlns:a16="http://schemas.microsoft.com/office/drawing/2014/main" id="{26A2BF9C-56EE-2977-115D-CDBA6E66D482}"/>
                </a:ext>
              </a:extLst>
            </p:cNvPr>
            <p:cNvSpPr/>
            <p:nvPr/>
          </p:nvSpPr>
          <p:spPr>
            <a:xfrm rot="-9088373">
              <a:off x="13956475" y="13224406"/>
              <a:ext cx="17504077" cy="18621359"/>
            </a:xfrm>
            <a:custGeom>
              <a:avLst/>
              <a:gdLst/>
              <a:ahLst/>
              <a:cxnLst/>
              <a:rect l="l" t="t" r="r" b="b"/>
              <a:pathLst>
                <a:path w="17504077" h="18621359" extrusionOk="0">
                  <a:moveTo>
                    <a:pt x="0" y="0"/>
                  </a:moveTo>
                  <a:lnTo>
                    <a:pt x="17504077" y="0"/>
                  </a:lnTo>
                  <a:lnTo>
                    <a:pt x="17504077" y="18621358"/>
                  </a:lnTo>
                  <a:lnTo>
                    <a:pt x="0" y="1862135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 amt="65999"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7" name="Google Shape;197;p5">
              <a:extLst>
                <a:ext uri="{FF2B5EF4-FFF2-40B4-BE49-F238E27FC236}">
                  <a16:creationId xmlns:a16="http://schemas.microsoft.com/office/drawing/2014/main" id="{D392D9AC-87F6-5E2F-9AC6-B23079B5E0EB}"/>
                </a:ext>
              </a:extLst>
            </p:cNvPr>
            <p:cNvSpPr/>
            <p:nvPr/>
          </p:nvSpPr>
          <p:spPr>
            <a:xfrm rot="1794495">
              <a:off x="2804490" y="2519802"/>
              <a:ext cx="14119029" cy="15020243"/>
            </a:xfrm>
            <a:custGeom>
              <a:avLst/>
              <a:gdLst/>
              <a:ahLst/>
              <a:cxnLst/>
              <a:rect l="l" t="t" r="r" b="b"/>
              <a:pathLst>
                <a:path w="14119029" h="15020243" extrusionOk="0">
                  <a:moveTo>
                    <a:pt x="0" y="0"/>
                  </a:moveTo>
                  <a:lnTo>
                    <a:pt x="14119029" y="0"/>
                  </a:lnTo>
                  <a:lnTo>
                    <a:pt x="14119029" y="15020243"/>
                  </a:lnTo>
                  <a:lnTo>
                    <a:pt x="0" y="1502024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 amt="55000"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02" name="Google Shape;202;p5">
            <a:extLst>
              <a:ext uri="{FF2B5EF4-FFF2-40B4-BE49-F238E27FC236}">
                <a16:creationId xmlns:a16="http://schemas.microsoft.com/office/drawing/2014/main" id="{C241097A-A715-A9EF-FB25-F0BA2B9C5F2B}"/>
              </a:ext>
            </a:extLst>
          </p:cNvPr>
          <p:cNvSpPr txBox="1"/>
          <p:nvPr/>
        </p:nvSpPr>
        <p:spPr>
          <a:xfrm>
            <a:off x="1028699" y="3062643"/>
            <a:ext cx="14796007" cy="4308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31801" lvl="8" indent="-215900">
              <a:lnSpc>
                <a:spcPct val="140000"/>
              </a:lnSpc>
              <a:buClr>
                <a:srgbClr val="D8D8D8"/>
              </a:buClr>
              <a:buSzPts val="2000"/>
              <a:buFont typeface="Arial"/>
              <a:buChar char="•"/>
            </a:pPr>
            <a:r>
              <a:rPr lang="en-US" sz="4000" b="0" i="0" u="none" strike="noStrike" cap="none" dirty="0">
                <a:solidFill>
                  <a:srgbClr val="D8D8D8"/>
                </a:solidFill>
                <a:latin typeface="Poppins"/>
                <a:ea typeface="Poppins"/>
                <a:cs typeface="Poppins"/>
                <a:sym typeface="Poppins"/>
              </a:rPr>
              <a:t>--option (option is true)</a:t>
            </a:r>
          </a:p>
          <a:p>
            <a:pPr marL="431801" lvl="8" indent="-215900">
              <a:lnSpc>
                <a:spcPct val="140000"/>
              </a:lnSpc>
              <a:buClr>
                <a:srgbClr val="D8D8D8"/>
              </a:buClr>
              <a:buSzPts val="2000"/>
              <a:buFont typeface="Arial"/>
              <a:buChar char="•"/>
            </a:pPr>
            <a:r>
              <a:rPr lang="en-US" sz="4000" dirty="0">
                <a:solidFill>
                  <a:srgbClr val="D8D8D8"/>
                </a:solidFill>
                <a:latin typeface="Poppins"/>
                <a:ea typeface="Poppins"/>
                <a:cs typeface="Poppins"/>
                <a:sym typeface="Poppins"/>
              </a:rPr>
              <a:t>--option=X (option is X)</a:t>
            </a:r>
          </a:p>
          <a:p>
            <a:pPr marL="431801" lvl="8" indent="-215900">
              <a:lnSpc>
                <a:spcPct val="140000"/>
              </a:lnSpc>
              <a:buClr>
                <a:srgbClr val="D8D8D8"/>
              </a:buClr>
              <a:buSzPts val="2000"/>
              <a:buFont typeface="Arial"/>
              <a:buChar char="•"/>
            </a:pPr>
            <a:r>
              <a:rPr lang="en-US" sz="4000" b="0" i="0" u="none" strike="noStrike" cap="none" dirty="0">
                <a:solidFill>
                  <a:srgbClr val="D8D8D8"/>
                </a:solidFill>
                <a:latin typeface="Poppins"/>
                <a:ea typeface="Poppins"/>
                <a:cs typeface="Poppins"/>
                <a:sym typeface="Poppins"/>
              </a:rPr>
              <a:t>-o=X (shorter)</a:t>
            </a:r>
          </a:p>
          <a:p>
            <a:pPr marL="431801" lvl="8" indent="-215900">
              <a:lnSpc>
                <a:spcPct val="140000"/>
              </a:lnSpc>
              <a:buClr>
                <a:srgbClr val="D8D8D8"/>
              </a:buClr>
              <a:buSzPts val="2000"/>
              <a:buFont typeface="Arial"/>
              <a:buChar char="•"/>
            </a:pPr>
            <a:r>
              <a:rPr lang="en-US" sz="4000" dirty="0">
                <a:solidFill>
                  <a:srgbClr val="D8D8D8"/>
                </a:solidFill>
                <a:latin typeface="Poppins"/>
                <a:ea typeface="Poppins"/>
                <a:cs typeface="Poppins"/>
                <a:sym typeface="Poppins"/>
              </a:rPr>
              <a:t>--!option (option is false)</a:t>
            </a:r>
          </a:p>
          <a:p>
            <a:pPr marL="431801" lvl="8" indent="-215900">
              <a:lnSpc>
                <a:spcPct val="140000"/>
              </a:lnSpc>
              <a:buClr>
                <a:srgbClr val="D8D8D8"/>
              </a:buClr>
              <a:buSzPts val="2000"/>
              <a:buFont typeface="Arial"/>
              <a:buChar char="•"/>
            </a:pPr>
            <a:r>
              <a:rPr lang="en-US" sz="4000" b="0" i="0" u="none" strike="noStrike" cap="none" dirty="0">
                <a:solidFill>
                  <a:srgbClr val="D8D8D8"/>
                </a:solidFill>
                <a:latin typeface="Poppins"/>
                <a:ea typeface="Poppins"/>
                <a:cs typeface="Poppins"/>
                <a:sym typeface="Poppins"/>
              </a:rPr>
              <a:t>--no-option (option is false)</a:t>
            </a:r>
          </a:p>
        </p:txBody>
      </p:sp>
      <p:sp>
        <p:nvSpPr>
          <p:cNvPr id="204" name="Google Shape;204;p5">
            <a:extLst>
              <a:ext uri="{FF2B5EF4-FFF2-40B4-BE49-F238E27FC236}">
                <a16:creationId xmlns:a16="http://schemas.microsoft.com/office/drawing/2014/main" id="{676AE207-6B25-EB63-8B73-92176C17249C}"/>
              </a:ext>
            </a:extLst>
          </p:cNvPr>
          <p:cNvSpPr txBox="1"/>
          <p:nvPr/>
        </p:nvSpPr>
        <p:spPr>
          <a:xfrm>
            <a:off x="1028699" y="1535938"/>
            <a:ext cx="13483713" cy="1154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dirty="0">
                <a:solidFill>
                  <a:srgbClr val="F6F6F6"/>
                </a:solidFill>
                <a:latin typeface="Poppins"/>
                <a:cs typeface="Poppins"/>
                <a:sym typeface="Poppins"/>
              </a:rPr>
              <a:t>CLI </a:t>
            </a:r>
            <a:r>
              <a:rPr lang="en-US" sz="7500" dirty="0" err="1">
                <a:solidFill>
                  <a:srgbClr val="F6F6F6"/>
                </a:solidFill>
                <a:latin typeface="Poppins"/>
                <a:cs typeface="Poppins"/>
                <a:sym typeface="Poppins"/>
              </a:rPr>
              <a:t>Args</a:t>
            </a:r>
            <a:r>
              <a:rPr lang="en-US" sz="7500" dirty="0">
                <a:solidFill>
                  <a:srgbClr val="F6F6F6"/>
                </a:solidFill>
                <a:latin typeface="Poppins"/>
                <a:cs typeface="Poppins"/>
                <a:sym typeface="Poppins"/>
              </a:rPr>
              <a:t> - Options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019707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>
          <a:extLst>
            <a:ext uri="{FF2B5EF4-FFF2-40B4-BE49-F238E27FC236}">
              <a16:creationId xmlns:a16="http://schemas.microsoft.com/office/drawing/2014/main" id="{798A41E1-F149-FC2E-3057-617B6702B2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5">
            <a:extLst>
              <a:ext uri="{FF2B5EF4-FFF2-40B4-BE49-F238E27FC236}">
                <a16:creationId xmlns:a16="http://schemas.microsoft.com/office/drawing/2014/main" id="{BF6CAF9A-BF2D-3206-D716-2ABE8427AACF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17591" b="-17591"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192" name="Google Shape;192;p5">
            <a:extLst>
              <a:ext uri="{FF2B5EF4-FFF2-40B4-BE49-F238E27FC236}">
                <a16:creationId xmlns:a16="http://schemas.microsoft.com/office/drawing/2014/main" id="{810F8D60-197D-260F-48CA-4D79FCCB80B8}"/>
              </a:ext>
            </a:extLst>
          </p:cNvPr>
          <p:cNvGrpSpPr/>
          <p:nvPr/>
        </p:nvGrpSpPr>
        <p:grpSpPr>
          <a:xfrm>
            <a:off x="0" y="9351219"/>
            <a:ext cx="18288000" cy="935781"/>
            <a:chOff x="0" y="-57150"/>
            <a:chExt cx="4816593" cy="246461"/>
          </a:xfrm>
        </p:grpSpPr>
        <p:sp>
          <p:nvSpPr>
            <p:cNvPr id="193" name="Google Shape;193;p5">
              <a:extLst>
                <a:ext uri="{FF2B5EF4-FFF2-40B4-BE49-F238E27FC236}">
                  <a16:creationId xmlns:a16="http://schemas.microsoft.com/office/drawing/2014/main" id="{F17E7DC3-EC82-17A7-EC85-96ABA4CACD64}"/>
                </a:ext>
              </a:extLst>
            </p:cNvPr>
            <p:cNvSpPr/>
            <p:nvPr/>
          </p:nvSpPr>
          <p:spPr>
            <a:xfrm>
              <a:off x="0" y="0"/>
              <a:ext cx="4816592" cy="189311"/>
            </a:xfrm>
            <a:custGeom>
              <a:avLst/>
              <a:gdLst/>
              <a:ahLst/>
              <a:cxnLst/>
              <a:rect l="l" t="t" r="r" b="b"/>
              <a:pathLst>
                <a:path w="4816592" h="189311" extrusionOk="0">
                  <a:moveTo>
                    <a:pt x="0" y="0"/>
                  </a:moveTo>
                  <a:lnTo>
                    <a:pt x="4816592" y="0"/>
                  </a:lnTo>
                  <a:lnTo>
                    <a:pt x="4816592" y="189311"/>
                  </a:lnTo>
                  <a:lnTo>
                    <a:pt x="0" y="189311"/>
                  </a:lnTo>
                  <a:close/>
                </a:path>
              </a:pathLst>
            </a:custGeom>
            <a:solidFill>
              <a:srgbClr val="272A38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4" name="Google Shape;194;p5">
              <a:extLst>
                <a:ext uri="{FF2B5EF4-FFF2-40B4-BE49-F238E27FC236}">
                  <a16:creationId xmlns:a16="http://schemas.microsoft.com/office/drawing/2014/main" id="{EB3CC3FF-C564-7CC1-B96C-D0F939B6A35D}"/>
                </a:ext>
              </a:extLst>
            </p:cNvPr>
            <p:cNvSpPr txBox="1"/>
            <p:nvPr/>
          </p:nvSpPr>
          <p:spPr>
            <a:xfrm>
              <a:off x="0" y="-57150"/>
              <a:ext cx="4816593" cy="2464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5" name="Google Shape;195;p5">
            <a:extLst>
              <a:ext uri="{FF2B5EF4-FFF2-40B4-BE49-F238E27FC236}">
                <a16:creationId xmlns:a16="http://schemas.microsoft.com/office/drawing/2014/main" id="{C0FA3CAC-D945-850D-D96D-0218BCB5BC1E}"/>
              </a:ext>
            </a:extLst>
          </p:cNvPr>
          <p:cNvGrpSpPr/>
          <p:nvPr/>
        </p:nvGrpSpPr>
        <p:grpSpPr>
          <a:xfrm>
            <a:off x="-6189110" y="-7534167"/>
            <a:ext cx="26133391" cy="26171339"/>
            <a:chOff x="0" y="0"/>
            <a:chExt cx="34844521" cy="34895118"/>
          </a:xfrm>
        </p:grpSpPr>
        <p:sp>
          <p:nvSpPr>
            <p:cNvPr id="196" name="Google Shape;196;p5">
              <a:extLst>
                <a:ext uri="{FF2B5EF4-FFF2-40B4-BE49-F238E27FC236}">
                  <a16:creationId xmlns:a16="http://schemas.microsoft.com/office/drawing/2014/main" id="{4B34E743-78F1-E57E-B9F8-1E8765DFC926}"/>
                </a:ext>
              </a:extLst>
            </p:cNvPr>
            <p:cNvSpPr/>
            <p:nvPr/>
          </p:nvSpPr>
          <p:spPr>
            <a:xfrm rot="-9088373">
              <a:off x="13956475" y="13224406"/>
              <a:ext cx="17504077" cy="18621359"/>
            </a:xfrm>
            <a:custGeom>
              <a:avLst/>
              <a:gdLst/>
              <a:ahLst/>
              <a:cxnLst/>
              <a:rect l="l" t="t" r="r" b="b"/>
              <a:pathLst>
                <a:path w="17504077" h="18621359" extrusionOk="0">
                  <a:moveTo>
                    <a:pt x="0" y="0"/>
                  </a:moveTo>
                  <a:lnTo>
                    <a:pt x="17504077" y="0"/>
                  </a:lnTo>
                  <a:lnTo>
                    <a:pt x="17504077" y="18621358"/>
                  </a:lnTo>
                  <a:lnTo>
                    <a:pt x="0" y="1862135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 amt="65999"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7" name="Google Shape;197;p5">
              <a:extLst>
                <a:ext uri="{FF2B5EF4-FFF2-40B4-BE49-F238E27FC236}">
                  <a16:creationId xmlns:a16="http://schemas.microsoft.com/office/drawing/2014/main" id="{408B45F2-5636-428E-4F4A-F1CC53A52560}"/>
                </a:ext>
              </a:extLst>
            </p:cNvPr>
            <p:cNvSpPr/>
            <p:nvPr/>
          </p:nvSpPr>
          <p:spPr>
            <a:xfrm rot="1794495">
              <a:off x="2804490" y="2519802"/>
              <a:ext cx="14119029" cy="15020243"/>
            </a:xfrm>
            <a:custGeom>
              <a:avLst/>
              <a:gdLst/>
              <a:ahLst/>
              <a:cxnLst/>
              <a:rect l="l" t="t" r="r" b="b"/>
              <a:pathLst>
                <a:path w="14119029" h="15020243" extrusionOk="0">
                  <a:moveTo>
                    <a:pt x="0" y="0"/>
                  </a:moveTo>
                  <a:lnTo>
                    <a:pt x="14119029" y="0"/>
                  </a:lnTo>
                  <a:lnTo>
                    <a:pt x="14119029" y="15020243"/>
                  </a:lnTo>
                  <a:lnTo>
                    <a:pt x="0" y="1502024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 amt="55000"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02" name="Google Shape;202;p5">
            <a:extLst>
              <a:ext uri="{FF2B5EF4-FFF2-40B4-BE49-F238E27FC236}">
                <a16:creationId xmlns:a16="http://schemas.microsoft.com/office/drawing/2014/main" id="{7BD27837-21CB-F00A-5E8C-559494026DE5}"/>
              </a:ext>
            </a:extLst>
          </p:cNvPr>
          <p:cNvSpPr txBox="1"/>
          <p:nvPr/>
        </p:nvSpPr>
        <p:spPr>
          <a:xfrm>
            <a:off x="1028699" y="3062643"/>
            <a:ext cx="14796007" cy="861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15901" marR="0" lvl="1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2000"/>
            </a:pPr>
            <a:r>
              <a:rPr lang="en-US" sz="4000" dirty="0">
                <a:solidFill>
                  <a:srgbClr val="D8D8D8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Ray, show the cli* files, </a:t>
            </a:r>
            <a:r>
              <a:rPr lang="en-US" sz="4000" dirty="0" err="1">
                <a:solidFill>
                  <a:srgbClr val="D8D8D8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dadjoke</a:t>
            </a:r>
            <a:endParaRPr lang="en-US" sz="4000" dirty="0">
              <a:solidFill>
                <a:srgbClr val="D8D8D8"/>
              </a:solidFill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"/>
            </a:endParaRPr>
          </a:p>
        </p:txBody>
      </p:sp>
      <p:sp>
        <p:nvSpPr>
          <p:cNvPr id="204" name="Google Shape;204;p5">
            <a:extLst>
              <a:ext uri="{FF2B5EF4-FFF2-40B4-BE49-F238E27FC236}">
                <a16:creationId xmlns:a16="http://schemas.microsoft.com/office/drawing/2014/main" id="{DCFED621-B095-6770-67BB-272DE4462C0E}"/>
              </a:ext>
            </a:extLst>
          </p:cNvPr>
          <p:cNvSpPr txBox="1"/>
          <p:nvPr/>
        </p:nvSpPr>
        <p:spPr>
          <a:xfrm>
            <a:off x="1028699" y="1535938"/>
            <a:ext cx="13483713" cy="1154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dirty="0">
                <a:solidFill>
                  <a:srgbClr val="F6F6F6"/>
                </a:solidFill>
                <a:latin typeface="Poppins"/>
                <a:cs typeface="Poppins"/>
                <a:sym typeface="Poppins"/>
              </a:rPr>
              <a:t>Demo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135713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>
          <a:extLst>
            <a:ext uri="{FF2B5EF4-FFF2-40B4-BE49-F238E27FC236}">
              <a16:creationId xmlns:a16="http://schemas.microsoft.com/office/drawing/2014/main" id="{C6FEADEF-3738-5804-1F0D-C26930B2FF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5">
            <a:extLst>
              <a:ext uri="{FF2B5EF4-FFF2-40B4-BE49-F238E27FC236}">
                <a16:creationId xmlns:a16="http://schemas.microsoft.com/office/drawing/2014/main" id="{E1DF0577-7BE7-BC6B-8C7F-781B857596F7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17591" b="-17591"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192" name="Google Shape;192;p5">
            <a:extLst>
              <a:ext uri="{FF2B5EF4-FFF2-40B4-BE49-F238E27FC236}">
                <a16:creationId xmlns:a16="http://schemas.microsoft.com/office/drawing/2014/main" id="{9357F3D0-B3B6-F05A-447B-D3CC7F311773}"/>
              </a:ext>
            </a:extLst>
          </p:cNvPr>
          <p:cNvGrpSpPr/>
          <p:nvPr/>
        </p:nvGrpSpPr>
        <p:grpSpPr>
          <a:xfrm>
            <a:off x="0" y="9351219"/>
            <a:ext cx="18288000" cy="935781"/>
            <a:chOff x="0" y="-57150"/>
            <a:chExt cx="4816593" cy="246461"/>
          </a:xfrm>
        </p:grpSpPr>
        <p:sp>
          <p:nvSpPr>
            <p:cNvPr id="193" name="Google Shape;193;p5">
              <a:extLst>
                <a:ext uri="{FF2B5EF4-FFF2-40B4-BE49-F238E27FC236}">
                  <a16:creationId xmlns:a16="http://schemas.microsoft.com/office/drawing/2014/main" id="{A0E8EE3A-2E28-ADB6-3D65-C1CB5677F5CB}"/>
                </a:ext>
              </a:extLst>
            </p:cNvPr>
            <p:cNvSpPr/>
            <p:nvPr/>
          </p:nvSpPr>
          <p:spPr>
            <a:xfrm>
              <a:off x="0" y="0"/>
              <a:ext cx="4816592" cy="189311"/>
            </a:xfrm>
            <a:custGeom>
              <a:avLst/>
              <a:gdLst/>
              <a:ahLst/>
              <a:cxnLst/>
              <a:rect l="l" t="t" r="r" b="b"/>
              <a:pathLst>
                <a:path w="4816592" h="189311" extrusionOk="0">
                  <a:moveTo>
                    <a:pt x="0" y="0"/>
                  </a:moveTo>
                  <a:lnTo>
                    <a:pt x="4816592" y="0"/>
                  </a:lnTo>
                  <a:lnTo>
                    <a:pt x="4816592" y="189311"/>
                  </a:lnTo>
                  <a:lnTo>
                    <a:pt x="0" y="189311"/>
                  </a:lnTo>
                  <a:close/>
                </a:path>
              </a:pathLst>
            </a:custGeom>
            <a:solidFill>
              <a:srgbClr val="272A38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4" name="Google Shape;194;p5">
              <a:extLst>
                <a:ext uri="{FF2B5EF4-FFF2-40B4-BE49-F238E27FC236}">
                  <a16:creationId xmlns:a16="http://schemas.microsoft.com/office/drawing/2014/main" id="{A6EC5D44-FFA8-5830-F3BC-1B9CA4683234}"/>
                </a:ext>
              </a:extLst>
            </p:cNvPr>
            <p:cNvSpPr txBox="1"/>
            <p:nvPr/>
          </p:nvSpPr>
          <p:spPr>
            <a:xfrm>
              <a:off x="0" y="-57150"/>
              <a:ext cx="4816593" cy="2464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5" name="Google Shape;195;p5">
            <a:extLst>
              <a:ext uri="{FF2B5EF4-FFF2-40B4-BE49-F238E27FC236}">
                <a16:creationId xmlns:a16="http://schemas.microsoft.com/office/drawing/2014/main" id="{9134E1F8-9BBC-031A-17EC-49A1CC053770}"/>
              </a:ext>
            </a:extLst>
          </p:cNvPr>
          <p:cNvGrpSpPr/>
          <p:nvPr/>
        </p:nvGrpSpPr>
        <p:grpSpPr>
          <a:xfrm>
            <a:off x="-6189110" y="-7534167"/>
            <a:ext cx="26133391" cy="26171339"/>
            <a:chOff x="0" y="0"/>
            <a:chExt cx="34844521" cy="34895118"/>
          </a:xfrm>
        </p:grpSpPr>
        <p:sp>
          <p:nvSpPr>
            <p:cNvPr id="196" name="Google Shape;196;p5">
              <a:extLst>
                <a:ext uri="{FF2B5EF4-FFF2-40B4-BE49-F238E27FC236}">
                  <a16:creationId xmlns:a16="http://schemas.microsoft.com/office/drawing/2014/main" id="{5D1DE43C-93D1-DC75-B18E-0503EBC339F5}"/>
                </a:ext>
              </a:extLst>
            </p:cNvPr>
            <p:cNvSpPr/>
            <p:nvPr/>
          </p:nvSpPr>
          <p:spPr>
            <a:xfrm rot="-9088373">
              <a:off x="13956475" y="13224406"/>
              <a:ext cx="17504077" cy="18621359"/>
            </a:xfrm>
            <a:custGeom>
              <a:avLst/>
              <a:gdLst/>
              <a:ahLst/>
              <a:cxnLst/>
              <a:rect l="l" t="t" r="r" b="b"/>
              <a:pathLst>
                <a:path w="17504077" h="18621359" extrusionOk="0">
                  <a:moveTo>
                    <a:pt x="0" y="0"/>
                  </a:moveTo>
                  <a:lnTo>
                    <a:pt x="17504077" y="0"/>
                  </a:lnTo>
                  <a:lnTo>
                    <a:pt x="17504077" y="18621358"/>
                  </a:lnTo>
                  <a:lnTo>
                    <a:pt x="0" y="1862135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 amt="65999"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7" name="Google Shape;197;p5">
              <a:extLst>
                <a:ext uri="{FF2B5EF4-FFF2-40B4-BE49-F238E27FC236}">
                  <a16:creationId xmlns:a16="http://schemas.microsoft.com/office/drawing/2014/main" id="{880BDB6C-19A0-9438-522F-4B662EECA1D7}"/>
                </a:ext>
              </a:extLst>
            </p:cNvPr>
            <p:cNvSpPr/>
            <p:nvPr/>
          </p:nvSpPr>
          <p:spPr>
            <a:xfrm rot="1794495">
              <a:off x="2804490" y="2519802"/>
              <a:ext cx="14119029" cy="15020243"/>
            </a:xfrm>
            <a:custGeom>
              <a:avLst/>
              <a:gdLst/>
              <a:ahLst/>
              <a:cxnLst/>
              <a:rect l="l" t="t" r="r" b="b"/>
              <a:pathLst>
                <a:path w="14119029" h="15020243" extrusionOk="0">
                  <a:moveTo>
                    <a:pt x="0" y="0"/>
                  </a:moveTo>
                  <a:lnTo>
                    <a:pt x="14119029" y="0"/>
                  </a:lnTo>
                  <a:lnTo>
                    <a:pt x="14119029" y="15020243"/>
                  </a:lnTo>
                  <a:lnTo>
                    <a:pt x="0" y="1502024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 amt="55000"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02" name="Google Shape;202;p5">
            <a:extLst>
              <a:ext uri="{FF2B5EF4-FFF2-40B4-BE49-F238E27FC236}">
                <a16:creationId xmlns:a16="http://schemas.microsoft.com/office/drawing/2014/main" id="{6CEAFF61-2718-D76D-95D6-AF1EDD429513}"/>
              </a:ext>
            </a:extLst>
          </p:cNvPr>
          <p:cNvSpPr txBox="1"/>
          <p:nvPr/>
        </p:nvSpPr>
        <p:spPr>
          <a:xfrm>
            <a:off x="1028699" y="3062643"/>
            <a:ext cx="14796007" cy="60324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31801" lvl="8" indent="-215900">
              <a:lnSpc>
                <a:spcPct val="140000"/>
              </a:lnSpc>
              <a:buClr>
                <a:srgbClr val="D8D8D8"/>
              </a:buClr>
              <a:buSzPts val="2000"/>
              <a:buFont typeface="Arial"/>
              <a:buChar char="•"/>
            </a:pPr>
            <a:r>
              <a:rPr lang="en-US" sz="4000" b="0" i="0" u="none" strike="noStrike" cap="none" dirty="0">
                <a:solidFill>
                  <a:srgbClr val="D8D8D8"/>
                </a:solidFill>
                <a:latin typeface="Poppins"/>
                <a:ea typeface="Poppins"/>
                <a:cs typeface="Poppins"/>
                <a:sym typeface="Poppins"/>
              </a:rPr>
              <a:t>Currently only AWS Lambda (but more coming soon)</a:t>
            </a:r>
          </a:p>
          <a:p>
            <a:pPr marL="431801" lvl="8" indent="-215900">
              <a:lnSpc>
                <a:spcPct val="140000"/>
              </a:lnSpc>
              <a:buClr>
                <a:srgbClr val="D8D8D8"/>
              </a:buClr>
              <a:buSzPts val="2000"/>
              <a:buFont typeface="Arial"/>
              <a:buChar char="•"/>
            </a:pPr>
            <a:r>
              <a:rPr lang="en-US" sz="4000" dirty="0" err="1">
                <a:solidFill>
                  <a:srgbClr val="D8D8D8"/>
                </a:solidFill>
                <a:latin typeface="Poppins"/>
                <a:ea typeface="Poppins"/>
                <a:cs typeface="Poppins"/>
                <a:sym typeface="Poppins"/>
              </a:rPr>
              <a:t>BoxLang</a:t>
            </a:r>
            <a:r>
              <a:rPr lang="en-US" sz="4000" dirty="0">
                <a:solidFill>
                  <a:srgbClr val="D8D8D8"/>
                </a:solidFill>
                <a:latin typeface="Poppins"/>
                <a:ea typeface="Poppins"/>
                <a:cs typeface="Poppins"/>
                <a:sym typeface="Poppins"/>
              </a:rPr>
              <a:t> template (skeleton code, unit tests, GitHub actions)</a:t>
            </a:r>
          </a:p>
          <a:p>
            <a:pPr marL="431801" lvl="8" indent="-215900">
              <a:lnSpc>
                <a:spcPct val="140000"/>
              </a:lnSpc>
              <a:buClr>
                <a:srgbClr val="D8D8D8"/>
              </a:buClr>
              <a:buSzPts val="2000"/>
              <a:buFont typeface="Arial"/>
              <a:buChar char="•"/>
            </a:pPr>
            <a:r>
              <a:rPr lang="en-US" sz="4000" dirty="0">
                <a:solidFill>
                  <a:srgbClr val="D8D8D8"/>
                </a:solidFill>
                <a:latin typeface="Poppins"/>
                <a:ea typeface="Poppins"/>
                <a:cs typeface="Poppins"/>
                <a:sym typeface="Poppins"/>
              </a:rPr>
              <a:t>Template adds automatic event management and response serialization</a:t>
            </a:r>
          </a:p>
          <a:p>
            <a:pPr marL="431801" lvl="8" indent="-215900">
              <a:lnSpc>
                <a:spcPct val="140000"/>
              </a:lnSpc>
              <a:buClr>
                <a:srgbClr val="D8D8D8"/>
              </a:buClr>
              <a:buSzPts val="2000"/>
              <a:buFont typeface="Arial"/>
              <a:buChar char="•"/>
            </a:pPr>
            <a:r>
              <a:rPr lang="en-US" sz="4000" b="0" i="0" u="none" strike="noStrike" cap="none" dirty="0">
                <a:solidFill>
                  <a:srgbClr val="D8D8D8"/>
                </a:solidFill>
                <a:latin typeface="Poppins"/>
                <a:ea typeface="Poppins"/>
                <a:cs typeface="Poppins"/>
                <a:sym typeface="Poppins"/>
              </a:rPr>
              <a:t>Can upload a zip or use GitHub Actions 🎉</a:t>
            </a:r>
          </a:p>
          <a:p>
            <a:pPr marL="215901" marR="0" lvl="1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2000"/>
            </a:pPr>
            <a:endParaRPr lang="en-US" sz="4000" b="0" i="0" u="none" strike="noStrike" cap="none" dirty="0">
              <a:solidFill>
                <a:srgbClr val="D8D8D8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04" name="Google Shape;204;p5">
            <a:extLst>
              <a:ext uri="{FF2B5EF4-FFF2-40B4-BE49-F238E27FC236}">
                <a16:creationId xmlns:a16="http://schemas.microsoft.com/office/drawing/2014/main" id="{82CFF58C-DBFC-3C16-4070-EA4A29F2BE0A}"/>
              </a:ext>
            </a:extLst>
          </p:cNvPr>
          <p:cNvSpPr txBox="1"/>
          <p:nvPr/>
        </p:nvSpPr>
        <p:spPr>
          <a:xfrm>
            <a:off x="1028699" y="1535938"/>
            <a:ext cx="13483713" cy="1154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dirty="0">
                <a:solidFill>
                  <a:srgbClr val="F6F6F6"/>
                </a:solidFill>
                <a:latin typeface="Poppins"/>
                <a:cs typeface="Poppins"/>
                <a:sym typeface="Poppins"/>
              </a:rPr>
              <a:t>Building for Serverless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091694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>
          <a:extLst>
            <a:ext uri="{FF2B5EF4-FFF2-40B4-BE49-F238E27FC236}">
              <a16:creationId xmlns:a16="http://schemas.microsoft.com/office/drawing/2014/main" id="{F5CA140D-3C1A-C096-DDEC-1088C1A872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5">
            <a:extLst>
              <a:ext uri="{FF2B5EF4-FFF2-40B4-BE49-F238E27FC236}">
                <a16:creationId xmlns:a16="http://schemas.microsoft.com/office/drawing/2014/main" id="{382512E8-FE8C-FC54-AB96-31E79F875CB9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17591" b="-17591"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192" name="Google Shape;192;p5">
            <a:extLst>
              <a:ext uri="{FF2B5EF4-FFF2-40B4-BE49-F238E27FC236}">
                <a16:creationId xmlns:a16="http://schemas.microsoft.com/office/drawing/2014/main" id="{419B3285-FBE9-38B4-C286-F958D4EC5621}"/>
              </a:ext>
            </a:extLst>
          </p:cNvPr>
          <p:cNvGrpSpPr/>
          <p:nvPr/>
        </p:nvGrpSpPr>
        <p:grpSpPr>
          <a:xfrm>
            <a:off x="0" y="9351219"/>
            <a:ext cx="18288000" cy="935781"/>
            <a:chOff x="0" y="-57150"/>
            <a:chExt cx="4816593" cy="246461"/>
          </a:xfrm>
        </p:grpSpPr>
        <p:sp>
          <p:nvSpPr>
            <p:cNvPr id="193" name="Google Shape;193;p5">
              <a:extLst>
                <a:ext uri="{FF2B5EF4-FFF2-40B4-BE49-F238E27FC236}">
                  <a16:creationId xmlns:a16="http://schemas.microsoft.com/office/drawing/2014/main" id="{FF8B5300-B96F-066D-222B-179BAE8CAF8E}"/>
                </a:ext>
              </a:extLst>
            </p:cNvPr>
            <p:cNvSpPr/>
            <p:nvPr/>
          </p:nvSpPr>
          <p:spPr>
            <a:xfrm>
              <a:off x="0" y="0"/>
              <a:ext cx="4816592" cy="189311"/>
            </a:xfrm>
            <a:custGeom>
              <a:avLst/>
              <a:gdLst/>
              <a:ahLst/>
              <a:cxnLst/>
              <a:rect l="l" t="t" r="r" b="b"/>
              <a:pathLst>
                <a:path w="4816592" h="189311" extrusionOk="0">
                  <a:moveTo>
                    <a:pt x="0" y="0"/>
                  </a:moveTo>
                  <a:lnTo>
                    <a:pt x="4816592" y="0"/>
                  </a:lnTo>
                  <a:lnTo>
                    <a:pt x="4816592" y="189311"/>
                  </a:lnTo>
                  <a:lnTo>
                    <a:pt x="0" y="189311"/>
                  </a:lnTo>
                  <a:close/>
                </a:path>
              </a:pathLst>
            </a:custGeom>
            <a:solidFill>
              <a:srgbClr val="272A38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4" name="Google Shape;194;p5">
              <a:extLst>
                <a:ext uri="{FF2B5EF4-FFF2-40B4-BE49-F238E27FC236}">
                  <a16:creationId xmlns:a16="http://schemas.microsoft.com/office/drawing/2014/main" id="{B844119E-8B41-FB76-E088-61287DAF6B12}"/>
                </a:ext>
              </a:extLst>
            </p:cNvPr>
            <p:cNvSpPr txBox="1"/>
            <p:nvPr/>
          </p:nvSpPr>
          <p:spPr>
            <a:xfrm>
              <a:off x="0" y="-57150"/>
              <a:ext cx="4816593" cy="2464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5" name="Google Shape;195;p5">
            <a:extLst>
              <a:ext uri="{FF2B5EF4-FFF2-40B4-BE49-F238E27FC236}">
                <a16:creationId xmlns:a16="http://schemas.microsoft.com/office/drawing/2014/main" id="{42E5BE9E-F298-7297-7FA6-942F1D3125EA}"/>
              </a:ext>
            </a:extLst>
          </p:cNvPr>
          <p:cNvGrpSpPr/>
          <p:nvPr/>
        </p:nvGrpSpPr>
        <p:grpSpPr>
          <a:xfrm>
            <a:off x="-6189110" y="-7534167"/>
            <a:ext cx="26133391" cy="26171339"/>
            <a:chOff x="0" y="0"/>
            <a:chExt cx="34844521" cy="34895118"/>
          </a:xfrm>
        </p:grpSpPr>
        <p:sp>
          <p:nvSpPr>
            <p:cNvPr id="196" name="Google Shape;196;p5">
              <a:extLst>
                <a:ext uri="{FF2B5EF4-FFF2-40B4-BE49-F238E27FC236}">
                  <a16:creationId xmlns:a16="http://schemas.microsoft.com/office/drawing/2014/main" id="{0474F57B-512D-2212-0DFD-3E37A9527203}"/>
                </a:ext>
              </a:extLst>
            </p:cNvPr>
            <p:cNvSpPr/>
            <p:nvPr/>
          </p:nvSpPr>
          <p:spPr>
            <a:xfrm rot="-9088373">
              <a:off x="13956475" y="13224406"/>
              <a:ext cx="17504077" cy="18621359"/>
            </a:xfrm>
            <a:custGeom>
              <a:avLst/>
              <a:gdLst/>
              <a:ahLst/>
              <a:cxnLst/>
              <a:rect l="l" t="t" r="r" b="b"/>
              <a:pathLst>
                <a:path w="17504077" h="18621359" extrusionOk="0">
                  <a:moveTo>
                    <a:pt x="0" y="0"/>
                  </a:moveTo>
                  <a:lnTo>
                    <a:pt x="17504077" y="0"/>
                  </a:lnTo>
                  <a:lnTo>
                    <a:pt x="17504077" y="18621358"/>
                  </a:lnTo>
                  <a:lnTo>
                    <a:pt x="0" y="1862135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 amt="65999"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7" name="Google Shape;197;p5">
              <a:extLst>
                <a:ext uri="{FF2B5EF4-FFF2-40B4-BE49-F238E27FC236}">
                  <a16:creationId xmlns:a16="http://schemas.microsoft.com/office/drawing/2014/main" id="{319A6452-897D-12CD-39FD-5B8525D78704}"/>
                </a:ext>
              </a:extLst>
            </p:cNvPr>
            <p:cNvSpPr/>
            <p:nvPr/>
          </p:nvSpPr>
          <p:spPr>
            <a:xfrm rot="1794495">
              <a:off x="2804490" y="2519802"/>
              <a:ext cx="14119029" cy="15020243"/>
            </a:xfrm>
            <a:custGeom>
              <a:avLst/>
              <a:gdLst/>
              <a:ahLst/>
              <a:cxnLst/>
              <a:rect l="l" t="t" r="r" b="b"/>
              <a:pathLst>
                <a:path w="14119029" h="15020243" extrusionOk="0">
                  <a:moveTo>
                    <a:pt x="0" y="0"/>
                  </a:moveTo>
                  <a:lnTo>
                    <a:pt x="14119029" y="0"/>
                  </a:lnTo>
                  <a:lnTo>
                    <a:pt x="14119029" y="15020243"/>
                  </a:lnTo>
                  <a:lnTo>
                    <a:pt x="0" y="1502024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 amt="55000"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02" name="Google Shape;202;p5">
            <a:extLst>
              <a:ext uri="{FF2B5EF4-FFF2-40B4-BE49-F238E27FC236}">
                <a16:creationId xmlns:a16="http://schemas.microsoft.com/office/drawing/2014/main" id="{36A89D5B-5076-EFC1-EBE9-8DCF9FEC8A9F}"/>
              </a:ext>
            </a:extLst>
          </p:cNvPr>
          <p:cNvSpPr txBox="1"/>
          <p:nvPr/>
        </p:nvSpPr>
        <p:spPr>
          <a:xfrm>
            <a:off x="1028699" y="3062643"/>
            <a:ext cx="14796007" cy="54722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31801" lvl="8" indent="-215900">
              <a:lnSpc>
                <a:spcPct val="140000"/>
              </a:lnSpc>
              <a:buClr>
                <a:srgbClr val="D8D8D8"/>
              </a:buClr>
              <a:buSzPts val="2000"/>
              <a:buFont typeface="Arial"/>
              <a:buChar char="•"/>
            </a:pPr>
            <a:r>
              <a:rPr lang="en-US" sz="4000" b="0" i="0" u="none" strike="noStrike" cap="none" dirty="0">
                <a:solidFill>
                  <a:srgbClr val="D8D8D8"/>
                </a:solidFill>
                <a:latin typeface="Poppins"/>
                <a:ea typeface="Poppins"/>
                <a:cs typeface="Poppins"/>
                <a:sym typeface="Poppins"/>
              </a:rPr>
              <a:t>Make a new repo based on template and edit settings</a:t>
            </a:r>
          </a:p>
          <a:p>
            <a:pPr marL="431801" lvl="8" indent="-215900">
              <a:lnSpc>
                <a:spcPct val="140000"/>
              </a:lnSpc>
              <a:buClr>
                <a:srgbClr val="D8D8D8"/>
              </a:buClr>
              <a:buSzPts val="2000"/>
              <a:buFont typeface="Arial"/>
              <a:buChar char="•"/>
            </a:pPr>
            <a:r>
              <a:rPr lang="en-US" sz="4000" dirty="0">
                <a:solidFill>
                  <a:srgbClr val="D8D8D8"/>
                </a:solidFill>
                <a:latin typeface="Poppins"/>
                <a:ea typeface="Poppins"/>
                <a:cs typeface="Poppins"/>
                <a:sym typeface="Poppins"/>
              </a:rPr>
              <a:t>Create your Lambda on the AWS side (settings are important!)</a:t>
            </a:r>
          </a:p>
          <a:p>
            <a:pPr marL="431801" lvl="8" indent="-215900">
              <a:lnSpc>
                <a:spcPct val="140000"/>
              </a:lnSpc>
              <a:buClr>
                <a:srgbClr val="D8D8D8"/>
              </a:buClr>
              <a:buSzPts val="2000"/>
              <a:buFont typeface="Arial"/>
              <a:buChar char="•"/>
            </a:pPr>
            <a:r>
              <a:rPr lang="en-US" sz="4000" b="0" i="0" u="none" strike="noStrike" cap="none" dirty="0">
                <a:solidFill>
                  <a:srgbClr val="D8D8D8"/>
                </a:solidFill>
                <a:latin typeface="Poppins"/>
                <a:ea typeface="Poppins"/>
                <a:cs typeface="Poppins"/>
                <a:sym typeface="Poppins"/>
              </a:rPr>
              <a:t>Work on code</a:t>
            </a:r>
          </a:p>
          <a:p>
            <a:pPr marL="431801" lvl="8" indent="-215900">
              <a:lnSpc>
                <a:spcPct val="140000"/>
              </a:lnSpc>
              <a:buClr>
                <a:srgbClr val="D8D8D8"/>
              </a:buClr>
              <a:buSzPts val="2000"/>
              <a:buFont typeface="Arial"/>
              <a:buChar char="•"/>
            </a:pPr>
            <a:r>
              <a:rPr lang="en-US" sz="4000" dirty="0">
                <a:solidFill>
                  <a:srgbClr val="D8D8D8"/>
                </a:solidFill>
                <a:latin typeface="Poppins"/>
                <a:ea typeface="Poppins"/>
                <a:cs typeface="Poppins"/>
                <a:sym typeface="Poppins"/>
              </a:rPr>
              <a:t>Use unit test to confirm</a:t>
            </a:r>
          </a:p>
          <a:p>
            <a:pPr marL="431801" lvl="8" indent="-215900">
              <a:lnSpc>
                <a:spcPct val="140000"/>
              </a:lnSpc>
              <a:buClr>
                <a:srgbClr val="D8D8D8"/>
              </a:buClr>
              <a:buSzPts val="2000"/>
              <a:buFont typeface="Arial"/>
              <a:buChar char="•"/>
            </a:pPr>
            <a:r>
              <a:rPr lang="en-US" sz="4000" b="0" i="0" u="none" strike="noStrike" cap="none" dirty="0">
                <a:solidFill>
                  <a:srgbClr val="D8D8D8"/>
                </a:solidFill>
                <a:latin typeface="Poppins"/>
                <a:ea typeface="Poppins"/>
                <a:cs typeface="Poppins"/>
                <a:sym typeface="Poppins"/>
              </a:rPr>
              <a:t>Git commit and wait</a:t>
            </a:r>
            <a:endParaRPr lang="en-US" sz="2000" b="0" i="0" u="none" strike="noStrike" cap="none" dirty="0">
              <a:solidFill>
                <a:srgbClr val="D8D8D8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31801" marR="0" lvl="1" indent="-2159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2000"/>
              <a:buFont typeface="Arial"/>
              <a:buChar char="•"/>
            </a:pPr>
            <a:endParaRPr lang="en-US" dirty="0"/>
          </a:p>
        </p:txBody>
      </p:sp>
      <p:sp>
        <p:nvSpPr>
          <p:cNvPr id="204" name="Google Shape;204;p5">
            <a:extLst>
              <a:ext uri="{FF2B5EF4-FFF2-40B4-BE49-F238E27FC236}">
                <a16:creationId xmlns:a16="http://schemas.microsoft.com/office/drawing/2014/main" id="{B05F9803-6509-EC84-0A21-FA34C9419435}"/>
              </a:ext>
            </a:extLst>
          </p:cNvPr>
          <p:cNvSpPr txBox="1"/>
          <p:nvPr/>
        </p:nvSpPr>
        <p:spPr>
          <a:xfrm>
            <a:off x="1028699" y="1535938"/>
            <a:ext cx="13483713" cy="1154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dirty="0">
                <a:solidFill>
                  <a:srgbClr val="F6F6F6"/>
                </a:solidFill>
                <a:latin typeface="Poppins"/>
                <a:cs typeface="Poppins"/>
                <a:sym typeface="Poppins"/>
              </a:rPr>
              <a:t>Building for Serverless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447280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>
          <a:extLst>
            <a:ext uri="{FF2B5EF4-FFF2-40B4-BE49-F238E27FC236}">
              <a16:creationId xmlns:a16="http://schemas.microsoft.com/office/drawing/2014/main" id="{6910A54E-A23A-556F-7085-190366D757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5">
            <a:extLst>
              <a:ext uri="{FF2B5EF4-FFF2-40B4-BE49-F238E27FC236}">
                <a16:creationId xmlns:a16="http://schemas.microsoft.com/office/drawing/2014/main" id="{C0B2FD79-DB94-D2FD-64E1-A4B673F6478E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17591" b="-17591"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192" name="Google Shape;192;p5">
            <a:extLst>
              <a:ext uri="{FF2B5EF4-FFF2-40B4-BE49-F238E27FC236}">
                <a16:creationId xmlns:a16="http://schemas.microsoft.com/office/drawing/2014/main" id="{85DE700F-F96B-D269-DFC7-45FEBE0859CC}"/>
              </a:ext>
            </a:extLst>
          </p:cNvPr>
          <p:cNvGrpSpPr/>
          <p:nvPr/>
        </p:nvGrpSpPr>
        <p:grpSpPr>
          <a:xfrm>
            <a:off x="0" y="9351219"/>
            <a:ext cx="18288000" cy="935781"/>
            <a:chOff x="0" y="-57150"/>
            <a:chExt cx="4816593" cy="246461"/>
          </a:xfrm>
        </p:grpSpPr>
        <p:sp>
          <p:nvSpPr>
            <p:cNvPr id="193" name="Google Shape;193;p5">
              <a:extLst>
                <a:ext uri="{FF2B5EF4-FFF2-40B4-BE49-F238E27FC236}">
                  <a16:creationId xmlns:a16="http://schemas.microsoft.com/office/drawing/2014/main" id="{D1C171AF-33B1-E48E-8B1D-E14C2AC2E5D1}"/>
                </a:ext>
              </a:extLst>
            </p:cNvPr>
            <p:cNvSpPr/>
            <p:nvPr/>
          </p:nvSpPr>
          <p:spPr>
            <a:xfrm>
              <a:off x="0" y="0"/>
              <a:ext cx="4816592" cy="189311"/>
            </a:xfrm>
            <a:custGeom>
              <a:avLst/>
              <a:gdLst/>
              <a:ahLst/>
              <a:cxnLst/>
              <a:rect l="l" t="t" r="r" b="b"/>
              <a:pathLst>
                <a:path w="4816592" h="189311" extrusionOk="0">
                  <a:moveTo>
                    <a:pt x="0" y="0"/>
                  </a:moveTo>
                  <a:lnTo>
                    <a:pt x="4816592" y="0"/>
                  </a:lnTo>
                  <a:lnTo>
                    <a:pt x="4816592" y="189311"/>
                  </a:lnTo>
                  <a:lnTo>
                    <a:pt x="0" y="189311"/>
                  </a:lnTo>
                  <a:close/>
                </a:path>
              </a:pathLst>
            </a:custGeom>
            <a:solidFill>
              <a:srgbClr val="272A38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4" name="Google Shape;194;p5">
              <a:extLst>
                <a:ext uri="{FF2B5EF4-FFF2-40B4-BE49-F238E27FC236}">
                  <a16:creationId xmlns:a16="http://schemas.microsoft.com/office/drawing/2014/main" id="{112D1F44-5B90-6746-7649-73F04A4ADEFD}"/>
                </a:ext>
              </a:extLst>
            </p:cNvPr>
            <p:cNvSpPr txBox="1"/>
            <p:nvPr/>
          </p:nvSpPr>
          <p:spPr>
            <a:xfrm>
              <a:off x="0" y="-57150"/>
              <a:ext cx="4816593" cy="2464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5" name="Google Shape;195;p5">
            <a:extLst>
              <a:ext uri="{FF2B5EF4-FFF2-40B4-BE49-F238E27FC236}">
                <a16:creationId xmlns:a16="http://schemas.microsoft.com/office/drawing/2014/main" id="{13DC6C99-3757-9733-27EB-668F1650193F}"/>
              </a:ext>
            </a:extLst>
          </p:cNvPr>
          <p:cNvGrpSpPr/>
          <p:nvPr/>
        </p:nvGrpSpPr>
        <p:grpSpPr>
          <a:xfrm>
            <a:off x="-6189110" y="-7534167"/>
            <a:ext cx="26133391" cy="26171339"/>
            <a:chOff x="0" y="0"/>
            <a:chExt cx="34844521" cy="34895118"/>
          </a:xfrm>
        </p:grpSpPr>
        <p:sp>
          <p:nvSpPr>
            <p:cNvPr id="196" name="Google Shape;196;p5">
              <a:extLst>
                <a:ext uri="{FF2B5EF4-FFF2-40B4-BE49-F238E27FC236}">
                  <a16:creationId xmlns:a16="http://schemas.microsoft.com/office/drawing/2014/main" id="{66AA1D91-777A-9685-6090-8ACFBE4FF1C1}"/>
                </a:ext>
              </a:extLst>
            </p:cNvPr>
            <p:cNvSpPr/>
            <p:nvPr/>
          </p:nvSpPr>
          <p:spPr>
            <a:xfrm rot="-9088373">
              <a:off x="13956475" y="13224406"/>
              <a:ext cx="17504077" cy="18621359"/>
            </a:xfrm>
            <a:custGeom>
              <a:avLst/>
              <a:gdLst/>
              <a:ahLst/>
              <a:cxnLst/>
              <a:rect l="l" t="t" r="r" b="b"/>
              <a:pathLst>
                <a:path w="17504077" h="18621359" extrusionOk="0">
                  <a:moveTo>
                    <a:pt x="0" y="0"/>
                  </a:moveTo>
                  <a:lnTo>
                    <a:pt x="17504077" y="0"/>
                  </a:lnTo>
                  <a:lnTo>
                    <a:pt x="17504077" y="18621358"/>
                  </a:lnTo>
                  <a:lnTo>
                    <a:pt x="0" y="1862135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 amt="65999"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7" name="Google Shape;197;p5">
              <a:extLst>
                <a:ext uri="{FF2B5EF4-FFF2-40B4-BE49-F238E27FC236}">
                  <a16:creationId xmlns:a16="http://schemas.microsoft.com/office/drawing/2014/main" id="{7EF5DC0E-D0D1-3887-47DF-D4F704778DD9}"/>
                </a:ext>
              </a:extLst>
            </p:cNvPr>
            <p:cNvSpPr/>
            <p:nvPr/>
          </p:nvSpPr>
          <p:spPr>
            <a:xfrm rot="1794495">
              <a:off x="2804490" y="2519802"/>
              <a:ext cx="14119029" cy="15020243"/>
            </a:xfrm>
            <a:custGeom>
              <a:avLst/>
              <a:gdLst/>
              <a:ahLst/>
              <a:cxnLst/>
              <a:rect l="l" t="t" r="r" b="b"/>
              <a:pathLst>
                <a:path w="14119029" h="15020243" extrusionOk="0">
                  <a:moveTo>
                    <a:pt x="0" y="0"/>
                  </a:moveTo>
                  <a:lnTo>
                    <a:pt x="14119029" y="0"/>
                  </a:lnTo>
                  <a:lnTo>
                    <a:pt x="14119029" y="15020243"/>
                  </a:lnTo>
                  <a:lnTo>
                    <a:pt x="0" y="1502024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 amt="55000"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04" name="Google Shape;204;p5">
            <a:extLst>
              <a:ext uri="{FF2B5EF4-FFF2-40B4-BE49-F238E27FC236}">
                <a16:creationId xmlns:a16="http://schemas.microsoft.com/office/drawing/2014/main" id="{D0936018-F7ED-5AC8-E7AE-017C9C01BF3B}"/>
              </a:ext>
            </a:extLst>
          </p:cNvPr>
          <p:cNvSpPr txBox="1"/>
          <p:nvPr/>
        </p:nvSpPr>
        <p:spPr>
          <a:xfrm>
            <a:off x="1028699" y="1535938"/>
            <a:ext cx="13483713" cy="1154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dirty="0">
                <a:solidFill>
                  <a:srgbClr val="F6F6F6"/>
                </a:solidFill>
                <a:latin typeface="Poppins"/>
                <a:cs typeface="Poppins"/>
                <a:sym typeface="Poppins"/>
              </a:rPr>
              <a:t>Building for Serverless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0D59CCA-5CBA-738C-709F-C1CD27D14F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86448" y="2290776"/>
            <a:ext cx="10640904" cy="7459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518872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>
          <a:extLst>
            <a:ext uri="{FF2B5EF4-FFF2-40B4-BE49-F238E27FC236}">
              <a16:creationId xmlns:a16="http://schemas.microsoft.com/office/drawing/2014/main" id="{65B44F42-618F-0813-E642-BD1F13F2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5">
            <a:extLst>
              <a:ext uri="{FF2B5EF4-FFF2-40B4-BE49-F238E27FC236}">
                <a16:creationId xmlns:a16="http://schemas.microsoft.com/office/drawing/2014/main" id="{0D4B0FAC-FEAD-D707-95F7-F5A753331D29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17591" b="-17591"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192" name="Google Shape;192;p5">
            <a:extLst>
              <a:ext uri="{FF2B5EF4-FFF2-40B4-BE49-F238E27FC236}">
                <a16:creationId xmlns:a16="http://schemas.microsoft.com/office/drawing/2014/main" id="{217A9A62-FE89-D216-03E3-285D01AFC4FF}"/>
              </a:ext>
            </a:extLst>
          </p:cNvPr>
          <p:cNvGrpSpPr/>
          <p:nvPr/>
        </p:nvGrpSpPr>
        <p:grpSpPr>
          <a:xfrm>
            <a:off x="0" y="9351219"/>
            <a:ext cx="18288000" cy="935781"/>
            <a:chOff x="0" y="-57150"/>
            <a:chExt cx="4816593" cy="246461"/>
          </a:xfrm>
        </p:grpSpPr>
        <p:sp>
          <p:nvSpPr>
            <p:cNvPr id="193" name="Google Shape;193;p5">
              <a:extLst>
                <a:ext uri="{FF2B5EF4-FFF2-40B4-BE49-F238E27FC236}">
                  <a16:creationId xmlns:a16="http://schemas.microsoft.com/office/drawing/2014/main" id="{EA087F32-DBBF-C8B3-BB9B-2E85DC0C2E82}"/>
                </a:ext>
              </a:extLst>
            </p:cNvPr>
            <p:cNvSpPr/>
            <p:nvPr/>
          </p:nvSpPr>
          <p:spPr>
            <a:xfrm>
              <a:off x="0" y="0"/>
              <a:ext cx="4816592" cy="189311"/>
            </a:xfrm>
            <a:custGeom>
              <a:avLst/>
              <a:gdLst/>
              <a:ahLst/>
              <a:cxnLst/>
              <a:rect l="l" t="t" r="r" b="b"/>
              <a:pathLst>
                <a:path w="4816592" h="189311" extrusionOk="0">
                  <a:moveTo>
                    <a:pt x="0" y="0"/>
                  </a:moveTo>
                  <a:lnTo>
                    <a:pt x="4816592" y="0"/>
                  </a:lnTo>
                  <a:lnTo>
                    <a:pt x="4816592" y="189311"/>
                  </a:lnTo>
                  <a:lnTo>
                    <a:pt x="0" y="189311"/>
                  </a:lnTo>
                  <a:close/>
                </a:path>
              </a:pathLst>
            </a:custGeom>
            <a:solidFill>
              <a:srgbClr val="272A38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4" name="Google Shape;194;p5">
              <a:extLst>
                <a:ext uri="{FF2B5EF4-FFF2-40B4-BE49-F238E27FC236}">
                  <a16:creationId xmlns:a16="http://schemas.microsoft.com/office/drawing/2014/main" id="{F51C3E80-B18B-2FDC-F545-3B2CD9C5553B}"/>
                </a:ext>
              </a:extLst>
            </p:cNvPr>
            <p:cNvSpPr txBox="1"/>
            <p:nvPr/>
          </p:nvSpPr>
          <p:spPr>
            <a:xfrm>
              <a:off x="0" y="-57150"/>
              <a:ext cx="4816593" cy="2464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5" name="Google Shape;195;p5">
            <a:extLst>
              <a:ext uri="{FF2B5EF4-FFF2-40B4-BE49-F238E27FC236}">
                <a16:creationId xmlns:a16="http://schemas.microsoft.com/office/drawing/2014/main" id="{D282C1B4-ED5D-113C-8405-0298B530562E}"/>
              </a:ext>
            </a:extLst>
          </p:cNvPr>
          <p:cNvGrpSpPr/>
          <p:nvPr/>
        </p:nvGrpSpPr>
        <p:grpSpPr>
          <a:xfrm>
            <a:off x="-6189110" y="-7534167"/>
            <a:ext cx="26133391" cy="26171339"/>
            <a:chOff x="0" y="0"/>
            <a:chExt cx="34844521" cy="34895118"/>
          </a:xfrm>
        </p:grpSpPr>
        <p:sp>
          <p:nvSpPr>
            <p:cNvPr id="196" name="Google Shape;196;p5">
              <a:extLst>
                <a:ext uri="{FF2B5EF4-FFF2-40B4-BE49-F238E27FC236}">
                  <a16:creationId xmlns:a16="http://schemas.microsoft.com/office/drawing/2014/main" id="{3BDD7D45-7BCC-7E1C-3950-D16256CC978B}"/>
                </a:ext>
              </a:extLst>
            </p:cNvPr>
            <p:cNvSpPr/>
            <p:nvPr/>
          </p:nvSpPr>
          <p:spPr>
            <a:xfrm rot="-9088373">
              <a:off x="13956475" y="13224406"/>
              <a:ext cx="17504077" cy="18621359"/>
            </a:xfrm>
            <a:custGeom>
              <a:avLst/>
              <a:gdLst/>
              <a:ahLst/>
              <a:cxnLst/>
              <a:rect l="l" t="t" r="r" b="b"/>
              <a:pathLst>
                <a:path w="17504077" h="18621359" extrusionOk="0">
                  <a:moveTo>
                    <a:pt x="0" y="0"/>
                  </a:moveTo>
                  <a:lnTo>
                    <a:pt x="17504077" y="0"/>
                  </a:lnTo>
                  <a:lnTo>
                    <a:pt x="17504077" y="18621358"/>
                  </a:lnTo>
                  <a:lnTo>
                    <a:pt x="0" y="1862135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 amt="65999"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7" name="Google Shape;197;p5">
              <a:extLst>
                <a:ext uri="{FF2B5EF4-FFF2-40B4-BE49-F238E27FC236}">
                  <a16:creationId xmlns:a16="http://schemas.microsoft.com/office/drawing/2014/main" id="{2FD35029-3D99-212E-1C83-D47782D9351B}"/>
                </a:ext>
              </a:extLst>
            </p:cNvPr>
            <p:cNvSpPr/>
            <p:nvPr/>
          </p:nvSpPr>
          <p:spPr>
            <a:xfrm rot="1794495">
              <a:off x="2804490" y="2519802"/>
              <a:ext cx="14119029" cy="15020243"/>
            </a:xfrm>
            <a:custGeom>
              <a:avLst/>
              <a:gdLst/>
              <a:ahLst/>
              <a:cxnLst/>
              <a:rect l="l" t="t" r="r" b="b"/>
              <a:pathLst>
                <a:path w="14119029" h="15020243" extrusionOk="0">
                  <a:moveTo>
                    <a:pt x="0" y="0"/>
                  </a:moveTo>
                  <a:lnTo>
                    <a:pt x="14119029" y="0"/>
                  </a:lnTo>
                  <a:lnTo>
                    <a:pt x="14119029" y="15020243"/>
                  </a:lnTo>
                  <a:lnTo>
                    <a:pt x="0" y="1502024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 amt="55000"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04" name="Google Shape;204;p5">
            <a:extLst>
              <a:ext uri="{FF2B5EF4-FFF2-40B4-BE49-F238E27FC236}">
                <a16:creationId xmlns:a16="http://schemas.microsoft.com/office/drawing/2014/main" id="{7DB70AE9-1D82-B90A-88EE-5998D28AAF3B}"/>
              </a:ext>
            </a:extLst>
          </p:cNvPr>
          <p:cNvSpPr txBox="1"/>
          <p:nvPr/>
        </p:nvSpPr>
        <p:spPr>
          <a:xfrm>
            <a:off x="1028699" y="1535938"/>
            <a:ext cx="13483713" cy="1154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dirty="0">
                <a:solidFill>
                  <a:srgbClr val="F6F6F6"/>
                </a:solidFill>
                <a:latin typeface="Poppins"/>
                <a:cs typeface="Poppins"/>
                <a:sym typeface="Poppins"/>
              </a:rPr>
              <a:t>Building for Serverless</a:t>
            </a:r>
            <a:endParaRPr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AD925BB-A21E-0EA9-3C56-8301916902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95543" y="2629175"/>
            <a:ext cx="13296909" cy="7291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011896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>
          <a:extLst>
            <a:ext uri="{FF2B5EF4-FFF2-40B4-BE49-F238E27FC236}">
              <a16:creationId xmlns:a16="http://schemas.microsoft.com/office/drawing/2014/main" id="{19656605-1C89-D2B5-5108-3764FD9FD0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5">
            <a:extLst>
              <a:ext uri="{FF2B5EF4-FFF2-40B4-BE49-F238E27FC236}">
                <a16:creationId xmlns:a16="http://schemas.microsoft.com/office/drawing/2014/main" id="{163662B2-1F07-6A96-ED2D-03D24986B304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17591" b="-17591"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192" name="Google Shape;192;p5">
            <a:extLst>
              <a:ext uri="{FF2B5EF4-FFF2-40B4-BE49-F238E27FC236}">
                <a16:creationId xmlns:a16="http://schemas.microsoft.com/office/drawing/2014/main" id="{D9A4BADC-A70B-DF7C-AF18-2DE61C1985B1}"/>
              </a:ext>
            </a:extLst>
          </p:cNvPr>
          <p:cNvGrpSpPr/>
          <p:nvPr/>
        </p:nvGrpSpPr>
        <p:grpSpPr>
          <a:xfrm>
            <a:off x="0" y="9351219"/>
            <a:ext cx="18288000" cy="935781"/>
            <a:chOff x="0" y="-57150"/>
            <a:chExt cx="4816593" cy="246461"/>
          </a:xfrm>
        </p:grpSpPr>
        <p:sp>
          <p:nvSpPr>
            <p:cNvPr id="193" name="Google Shape;193;p5">
              <a:extLst>
                <a:ext uri="{FF2B5EF4-FFF2-40B4-BE49-F238E27FC236}">
                  <a16:creationId xmlns:a16="http://schemas.microsoft.com/office/drawing/2014/main" id="{404D5804-D783-0B50-AE74-23A27F8434D8}"/>
                </a:ext>
              </a:extLst>
            </p:cNvPr>
            <p:cNvSpPr/>
            <p:nvPr/>
          </p:nvSpPr>
          <p:spPr>
            <a:xfrm>
              <a:off x="0" y="0"/>
              <a:ext cx="4816592" cy="189311"/>
            </a:xfrm>
            <a:custGeom>
              <a:avLst/>
              <a:gdLst/>
              <a:ahLst/>
              <a:cxnLst/>
              <a:rect l="l" t="t" r="r" b="b"/>
              <a:pathLst>
                <a:path w="4816592" h="189311" extrusionOk="0">
                  <a:moveTo>
                    <a:pt x="0" y="0"/>
                  </a:moveTo>
                  <a:lnTo>
                    <a:pt x="4816592" y="0"/>
                  </a:lnTo>
                  <a:lnTo>
                    <a:pt x="4816592" y="189311"/>
                  </a:lnTo>
                  <a:lnTo>
                    <a:pt x="0" y="189311"/>
                  </a:lnTo>
                  <a:close/>
                </a:path>
              </a:pathLst>
            </a:custGeom>
            <a:solidFill>
              <a:srgbClr val="272A38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4" name="Google Shape;194;p5">
              <a:extLst>
                <a:ext uri="{FF2B5EF4-FFF2-40B4-BE49-F238E27FC236}">
                  <a16:creationId xmlns:a16="http://schemas.microsoft.com/office/drawing/2014/main" id="{F5DB6690-DEC2-6807-6313-CC2BFFA0130E}"/>
                </a:ext>
              </a:extLst>
            </p:cNvPr>
            <p:cNvSpPr txBox="1"/>
            <p:nvPr/>
          </p:nvSpPr>
          <p:spPr>
            <a:xfrm>
              <a:off x="0" y="-57150"/>
              <a:ext cx="4816593" cy="2464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5" name="Google Shape;195;p5">
            <a:extLst>
              <a:ext uri="{FF2B5EF4-FFF2-40B4-BE49-F238E27FC236}">
                <a16:creationId xmlns:a16="http://schemas.microsoft.com/office/drawing/2014/main" id="{5F19563F-DF27-11F1-4AF4-0D3388634CEB}"/>
              </a:ext>
            </a:extLst>
          </p:cNvPr>
          <p:cNvGrpSpPr/>
          <p:nvPr/>
        </p:nvGrpSpPr>
        <p:grpSpPr>
          <a:xfrm>
            <a:off x="-6189110" y="-7534167"/>
            <a:ext cx="26133391" cy="26171339"/>
            <a:chOff x="0" y="0"/>
            <a:chExt cx="34844521" cy="34895118"/>
          </a:xfrm>
        </p:grpSpPr>
        <p:sp>
          <p:nvSpPr>
            <p:cNvPr id="196" name="Google Shape;196;p5">
              <a:extLst>
                <a:ext uri="{FF2B5EF4-FFF2-40B4-BE49-F238E27FC236}">
                  <a16:creationId xmlns:a16="http://schemas.microsoft.com/office/drawing/2014/main" id="{7A9A8BD8-056B-2C22-B6D9-5EE77D25E569}"/>
                </a:ext>
              </a:extLst>
            </p:cNvPr>
            <p:cNvSpPr/>
            <p:nvPr/>
          </p:nvSpPr>
          <p:spPr>
            <a:xfrm rot="-9088373">
              <a:off x="13956475" y="13224406"/>
              <a:ext cx="17504077" cy="18621359"/>
            </a:xfrm>
            <a:custGeom>
              <a:avLst/>
              <a:gdLst/>
              <a:ahLst/>
              <a:cxnLst/>
              <a:rect l="l" t="t" r="r" b="b"/>
              <a:pathLst>
                <a:path w="17504077" h="18621359" extrusionOk="0">
                  <a:moveTo>
                    <a:pt x="0" y="0"/>
                  </a:moveTo>
                  <a:lnTo>
                    <a:pt x="17504077" y="0"/>
                  </a:lnTo>
                  <a:lnTo>
                    <a:pt x="17504077" y="18621358"/>
                  </a:lnTo>
                  <a:lnTo>
                    <a:pt x="0" y="1862135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 amt="65999"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7" name="Google Shape;197;p5">
              <a:extLst>
                <a:ext uri="{FF2B5EF4-FFF2-40B4-BE49-F238E27FC236}">
                  <a16:creationId xmlns:a16="http://schemas.microsoft.com/office/drawing/2014/main" id="{EA7B402E-038E-F90D-7357-50CA46FA09EE}"/>
                </a:ext>
              </a:extLst>
            </p:cNvPr>
            <p:cNvSpPr/>
            <p:nvPr/>
          </p:nvSpPr>
          <p:spPr>
            <a:xfrm rot="1794495">
              <a:off x="2804490" y="2519802"/>
              <a:ext cx="14119029" cy="15020243"/>
            </a:xfrm>
            <a:custGeom>
              <a:avLst/>
              <a:gdLst/>
              <a:ahLst/>
              <a:cxnLst/>
              <a:rect l="l" t="t" r="r" b="b"/>
              <a:pathLst>
                <a:path w="14119029" h="15020243" extrusionOk="0">
                  <a:moveTo>
                    <a:pt x="0" y="0"/>
                  </a:moveTo>
                  <a:lnTo>
                    <a:pt x="14119029" y="0"/>
                  </a:lnTo>
                  <a:lnTo>
                    <a:pt x="14119029" y="15020243"/>
                  </a:lnTo>
                  <a:lnTo>
                    <a:pt x="0" y="1502024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 amt="55000"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04" name="Google Shape;204;p5">
            <a:extLst>
              <a:ext uri="{FF2B5EF4-FFF2-40B4-BE49-F238E27FC236}">
                <a16:creationId xmlns:a16="http://schemas.microsoft.com/office/drawing/2014/main" id="{E5B2889A-E231-7A18-C800-98074BCC506F}"/>
              </a:ext>
            </a:extLst>
          </p:cNvPr>
          <p:cNvSpPr txBox="1"/>
          <p:nvPr/>
        </p:nvSpPr>
        <p:spPr>
          <a:xfrm>
            <a:off x="1028699" y="1535938"/>
            <a:ext cx="13483713" cy="1154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dirty="0">
                <a:solidFill>
                  <a:srgbClr val="F6F6F6"/>
                </a:solidFill>
                <a:latin typeface="Poppins"/>
                <a:cs typeface="Poppins"/>
                <a:sym typeface="Poppins"/>
              </a:rPr>
              <a:t>Building for Serverless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0908F4E-FA1C-0F2C-1FF8-D476D440B8B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64450" y="2433244"/>
            <a:ext cx="9959095" cy="7174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952184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>
          <a:extLst>
            <a:ext uri="{FF2B5EF4-FFF2-40B4-BE49-F238E27FC236}">
              <a16:creationId xmlns:a16="http://schemas.microsoft.com/office/drawing/2014/main" id="{D2DC9998-5462-4565-04E3-F675AD73AC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5">
            <a:extLst>
              <a:ext uri="{FF2B5EF4-FFF2-40B4-BE49-F238E27FC236}">
                <a16:creationId xmlns:a16="http://schemas.microsoft.com/office/drawing/2014/main" id="{190B42BE-CC79-9C51-6D15-F2A4C3CBCD81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17591" b="-17591"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192" name="Google Shape;192;p5">
            <a:extLst>
              <a:ext uri="{FF2B5EF4-FFF2-40B4-BE49-F238E27FC236}">
                <a16:creationId xmlns:a16="http://schemas.microsoft.com/office/drawing/2014/main" id="{C5F0C85B-04EF-23F9-4738-21491C974D58}"/>
              </a:ext>
            </a:extLst>
          </p:cNvPr>
          <p:cNvGrpSpPr/>
          <p:nvPr/>
        </p:nvGrpSpPr>
        <p:grpSpPr>
          <a:xfrm>
            <a:off x="0" y="9351219"/>
            <a:ext cx="18288000" cy="935781"/>
            <a:chOff x="0" y="-57150"/>
            <a:chExt cx="4816593" cy="246461"/>
          </a:xfrm>
        </p:grpSpPr>
        <p:sp>
          <p:nvSpPr>
            <p:cNvPr id="193" name="Google Shape;193;p5">
              <a:extLst>
                <a:ext uri="{FF2B5EF4-FFF2-40B4-BE49-F238E27FC236}">
                  <a16:creationId xmlns:a16="http://schemas.microsoft.com/office/drawing/2014/main" id="{87BF7912-ECC1-F3DC-8D53-AAB59D754BD2}"/>
                </a:ext>
              </a:extLst>
            </p:cNvPr>
            <p:cNvSpPr/>
            <p:nvPr/>
          </p:nvSpPr>
          <p:spPr>
            <a:xfrm>
              <a:off x="0" y="0"/>
              <a:ext cx="4816592" cy="189311"/>
            </a:xfrm>
            <a:custGeom>
              <a:avLst/>
              <a:gdLst/>
              <a:ahLst/>
              <a:cxnLst/>
              <a:rect l="l" t="t" r="r" b="b"/>
              <a:pathLst>
                <a:path w="4816592" h="189311" extrusionOk="0">
                  <a:moveTo>
                    <a:pt x="0" y="0"/>
                  </a:moveTo>
                  <a:lnTo>
                    <a:pt x="4816592" y="0"/>
                  </a:lnTo>
                  <a:lnTo>
                    <a:pt x="4816592" y="189311"/>
                  </a:lnTo>
                  <a:lnTo>
                    <a:pt x="0" y="189311"/>
                  </a:lnTo>
                  <a:close/>
                </a:path>
              </a:pathLst>
            </a:custGeom>
            <a:solidFill>
              <a:srgbClr val="272A38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4" name="Google Shape;194;p5">
              <a:extLst>
                <a:ext uri="{FF2B5EF4-FFF2-40B4-BE49-F238E27FC236}">
                  <a16:creationId xmlns:a16="http://schemas.microsoft.com/office/drawing/2014/main" id="{8FEDF596-9C5A-79D4-AAC7-6CB5B75A9CB9}"/>
                </a:ext>
              </a:extLst>
            </p:cNvPr>
            <p:cNvSpPr txBox="1"/>
            <p:nvPr/>
          </p:nvSpPr>
          <p:spPr>
            <a:xfrm>
              <a:off x="0" y="-57150"/>
              <a:ext cx="4816593" cy="2464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5" name="Google Shape;195;p5">
            <a:extLst>
              <a:ext uri="{FF2B5EF4-FFF2-40B4-BE49-F238E27FC236}">
                <a16:creationId xmlns:a16="http://schemas.microsoft.com/office/drawing/2014/main" id="{419DA3F5-5840-10D1-4E6E-CD632EF2DC8C}"/>
              </a:ext>
            </a:extLst>
          </p:cNvPr>
          <p:cNvGrpSpPr/>
          <p:nvPr/>
        </p:nvGrpSpPr>
        <p:grpSpPr>
          <a:xfrm>
            <a:off x="-6189110" y="-7534167"/>
            <a:ext cx="26133391" cy="26171339"/>
            <a:chOff x="0" y="0"/>
            <a:chExt cx="34844521" cy="34895118"/>
          </a:xfrm>
        </p:grpSpPr>
        <p:sp>
          <p:nvSpPr>
            <p:cNvPr id="196" name="Google Shape;196;p5">
              <a:extLst>
                <a:ext uri="{FF2B5EF4-FFF2-40B4-BE49-F238E27FC236}">
                  <a16:creationId xmlns:a16="http://schemas.microsoft.com/office/drawing/2014/main" id="{E22F561B-DAF4-4A6B-D294-B5EE0F34153B}"/>
                </a:ext>
              </a:extLst>
            </p:cNvPr>
            <p:cNvSpPr/>
            <p:nvPr/>
          </p:nvSpPr>
          <p:spPr>
            <a:xfrm rot="-9088373">
              <a:off x="13956475" y="13224406"/>
              <a:ext cx="17504077" cy="18621359"/>
            </a:xfrm>
            <a:custGeom>
              <a:avLst/>
              <a:gdLst/>
              <a:ahLst/>
              <a:cxnLst/>
              <a:rect l="l" t="t" r="r" b="b"/>
              <a:pathLst>
                <a:path w="17504077" h="18621359" extrusionOk="0">
                  <a:moveTo>
                    <a:pt x="0" y="0"/>
                  </a:moveTo>
                  <a:lnTo>
                    <a:pt x="17504077" y="0"/>
                  </a:lnTo>
                  <a:lnTo>
                    <a:pt x="17504077" y="18621358"/>
                  </a:lnTo>
                  <a:lnTo>
                    <a:pt x="0" y="1862135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 amt="65999"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7" name="Google Shape;197;p5">
              <a:extLst>
                <a:ext uri="{FF2B5EF4-FFF2-40B4-BE49-F238E27FC236}">
                  <a16:creationId xmlns:a16="http://schemas.microsoft.com/office/drawing/2014/main" id="{8801AA85-DBBD-D3A9-08CC-17A9AB9AE4CD}"/>
                </a:ext>
              </a:extLst>
            </p:cNvPr>
            <p:cNvSpPr/>
            <p:nvPr/>
          </p:nvSpPr>
          <p:spPr>
            <a:xfrm rot="1794495">
              <a:off x="2804490" y="2519802"/>
              <a:ext cx="14119029" cy="15020243"/>
            </a:xfrm>
            <a:custGeom>
              <a:avLst/>
              <a:gdLst/>
              <a:ahLst/>
              <a:cxnLst/>
              <a:rect l="l" t="t" r="r" b="b"/>
              <a:pathLst>
                <a:path w="14119029" h="15020243" extrusionOk="0">
                  <a:moveTo>
                    <a:pt x="0" y="0"/>
                  </a:moveTo>
                  <a:lnTo>
                    <a:pt x="14119029" y="0"/>
                  </a:lnTo>
                  <a:lnTo>
                    <a:pt x="14119029" y="15020243"/>
                  </a:lnTo>
                  <a:lnTo>
                    <a:pt x="0" y="1502024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 amt="55000"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02" name="Google Shape;202;p5">
            <a:extLst>
              <a:ext uri="{FF2B5EF4-FFF2-40B4-BE49-F238E27FC236}">
                <a16:creationId xmlns:a16="http://schemas.microsoft.com/office/drawing/2014/main" id="{B194F989-ABFC-79A7-4DD5-D90CEFDD1124}"/>
              </a:ext>
            </a:extLst>
          </p:cNvPr>
          <p:cNvSpPr txBox="1"/>
          <p:nvPr/>
        </p:nvSpPr>
        <p:spPr>
          <a:xfrm>
            <a:off x="1028699" y="3062643"/>
            <a:ext cx="14796007" cy="331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15901" marR="0" lvl="1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2000"/>
            </a:pPr>
            <a:r>
              <a:rPr lang="en-US" sz="4000" dirty="0">
                <a:solidFill>
                  <a:srgbClr val="D8D8D8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Ray, show the local Lambda then the Postman</a:t>
            </a:r>
          </a:p>
          <a:p>
            <a:pPr marL="431801" lvl="8" indent="-215900">
              <a:lnSpc>
                <a:spcPct val="140000"/>
              </a:lnSpc>
              <a:buClr>
                <a:srgbClr val="D8D8D8"/>
              </a:buClr>
              <a:buSzPts val="2000"/>
              <a:buFont typeface="Arial"/>
              <a:buChar char="•"/>
            </a:pPr>
            <a:endParaRPr lang="en-US" sz="4000" b="0" i="0" u="none" strike="noStrike" cap="none" dirty="0">
              <a:solidFill>
                <a:srgbClr val="D8D8D8"/>
              </a:solidFill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"/>
            </a:endParaRPr>
          </a:p>
          <a:p>
            <a:pPr marL="431801" marR="0" lvl="1" indent="-2159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2000"/>
              <a:buFont typeface="Arial"/>
              <a:buChar char="•"/>
            </a:pPr>
            <a:endParaRPr lang="en-US" sz="4000" b="0" i="0" u="none" strike="noStrike" cap="none" dirty="0">
              <a:solidFill>
                <a:srgbClr val="D8D8D8"/>
              </a:solidFill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"/>
            </a:endParaRPr>
          </a:p>
          <a:p>
            <a:pPr marL="431801" marR="0" lvl="1" indent="-2159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2000"/>
              <a:buFont typeface="Arial"/>
              <a:buChar char="•"/>
            </a:pPr>
            <a:endParaRPr lang="en-US" sz="2000" b="0" i="0" u="none" strike="noStrike" cap="none" dirty="0">
              <a:solidFill>
                <a:srgbClr val="D8D8D8"/>
              </a:solidFill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"/>
            </a:endParaRPr>
          </a:p>
          <a:p>
            <a:pPr marL="431801" marR="0" lvl="1" indent="-2159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2000"/>
              <a:buFont typeface="Arial"/>
              <a:buChar char="•"/>
            </a:pPr>
            <a:endParaRPr lang="en-US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04" name="Google Shape;204;p5">
            <a:extLst>
              <a:ext uri="{FF2B5EF4-FFF2-40B4-BE49-F238E27FC236}">
                <a16:creationId xmlns:a16="http://schemas.microsoft.com/office/drawing/2014/main" id="{B70043F8-171B-C3EE-2C9D-783FBA27CB1A}"/>
              </a:ext>
            </a:extLst>
          </p:cNvPr>
          <p:cNvSpPr txBox="1"/>
          <p:nvPr/>
        </p:nvSpPr>
        <p:spPr>
          <a:xfrm>
            <a:off x="1028699" y="1535938"/>
            <a:ext cx="13483713" cy="1154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dirty="0">
                <a:solidFill>
                  <a:srgbClr val="F6F6F6"/>
                </a:solidFill>
                <a:latin typeface="Poppins"/>
                <a:cs typeface="Poppins"/>
                <a:sym typeface="Poppins"/>
              </a:rPr>
              <a:t>Demo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9006541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>
          <a:extLst>
            <a:ext uri="{FF2B5EF4-FFF2-40B4-BE49-F238E27FC236}">
              <a16:creationId xmlns:a16="http://schemas.microsoft.com/office/drawing/2014/main" id="{3ECA9D82-BD8B-F584-7A1D-F8F7080990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5">
            <a:extLst>
              <a:ext uri="{FF2B5EF4-FFF2-40B4-BE49-F238E27FC236}">
                <a16:creationId xmlns:a16="http://schemas.microsoft.com/office/drawing/2014/main" id="{BBFC9E43-C4A2-D357-DCF4-02B81A55238E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17591" b="-17591"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192" name="Google Shape;192;p5">
            <a:extLst>
              <a:ext uri="{FF2B5EF4-FFF2-40B4-BE49-F238E27FC236}">
                <a16:creationId xmlns:a16="http://schemas.microsoft.com/office/drawing/2014/main" id="{5737645F-62F9-A7E7-F49E-01DC69A56623}"/>
              </a:ext>
            </a:extLst>
          </p:cNvPr>
          <p:cNvGrpSpPr/>
          <p:nvPr/>
        </p:nvGrpSpPr>
        <p:grpSpPr>
          <a:xfrm>
            <a:off x="0" y="9351219"/>
            <a:ext cx="18288000" cy="935781"/>
            <a:chOff x="0" y="-57150"/>
            <a:chExt cx="4816593" cy="246461"/>
          </a:xfrm>
        </p:grpSpPr>
        <p:sp>
          <p:nvSpPr>
            <p:cNvPr id="193" name="Google Shape;193;p5">
              <a:extLst>
                <a:ext uri="{FF2B5EF4-FFF2-40B4-BE49-F238E27FC236}">
                  <a16:creationId xmlns:a16="http://schemas.microsoft.com/office/drawing/2014/main" id="{0A8F49D7-9E8A-D5A9-FC15-14D67B73280E}"/>
                </a:ext>
              </a:extLst>
            </p:cNvPr>
            <p:cNvSpPr/>
            <p:nvPr/>
          </p:nvSpPr>
          <p:spPr>
            <a:xfrm>
              <a:off x="0" y="0"/>
              <a:ext cx="4816592" cy="189311"/>
            </a:xfrm>
            <a:custGeom>
              <a:avLst/>
              <a:gdLst/>
              <a:ahLst/>
              <a:cxnLst/>
              <a:rect l="l" t="t" r="r" b="b"/>
              <a:pathLst>
                <a:path w="4816592" h="189311" extrusionOk="0">
                  <a:moveTo>
                    <a:pt x="0" y="0"/>
                  </a:moveTo>
                  <a:lnTo>
                    <a:pt x="4816592" y="0"/>
                  </a:lnTo>
                  <a:lnTo>
                    <a:pt x="4816592" y="189311"/>
                  </a:lnTo>
                  <a:lnTo>
                    <a:pt x="0" y="189311"/>
                  </a:lnTo>
                  <a:close/>
                </a:path>
              </a:pathLst>
            </a:custGeom>
            <a:solidFill>
              <a:srgbClr val="272A38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4" name="Google Shape;194;p5">
              <a:extLst>
                <a:ext uri="{FF2B5EF4-FFF2-40B4-BE49-F238E27FC236}">
                  <a16:creationId xmlns:a16="http://schemas.microsoft.com/office/drawing/2014/main" id="{C2281F23-3E39-437D-720B-6A65BB697678}"/>
                </a:ext>
              </a:extLst>
            </p:cNvPr>
            <p:cNvSpPr txBox="1"/>
            <p:nvPr/>
          </p:nvSpPr>
          <p:spPr>
            <a:xfrm>
              <a:off x="0" y="-57150"/>
              <a:ext cx="4816593" cy="2464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5" name="Google Shape;195;p5">
            <a:extLst>
              <a:ext uri="{FF2B5EF4-FFF2-40B4-BE49-F238E27FC236}">
                <a16:creationId xmlns:a16="http://schemas.microsoft.com/office/drawing/2014/main" id="{A94EB0E3-4C78-DDA0-8A86-6E1E56294170}"/>
              </a:ext>
            </a:extLst>
          </p:cNvPr>
          <p:cNvGrpSpPr/>
          <p:nvPr/>
        </p:nvGrpSpPr>
        <p:grpSpPr>
          <a:xfrm>
            <a:off x="-6189110" y="-7534167"/>
            <a:ext cx="26133391" cy="26171339"/>
            <a:chOff x="0" y="0"/>
            <a:chExt cx="34844521" cy="34895118"/>
          </a:xfrm>
        </p:grpSpPr>
        <p:sp>
          <p:nvSpPr>
            <p:cNvPr id="196" name="Google Shape;196;p5">
              <a:extLst>
                <a:ext uri="{FF2B5EF4-FFF2-40B4-BE49-F238E27FC236}">
                  <a16:creationId xmlns:a16="http://schemas.microsoft.com/office/drawing/2014/main" id="{FBB5768B-B53C-BF58-A178-765F49334D85}"/>
                </a:ext>
              </a:extLst>
            </p:cNvPr>
            <p:cNvSpPr/>
            <p:nvPr/>
          </p:nvSpPr>
          <p:spPr>
            <a:xfrm rot="-9088373">
              <a:off x="13956475" y="13224406"/>
              <a:ext cx="17504077" cy="18621359"/>
            </a:xfrm>
            <a:custGeom>
              <a:avLst/>
              <a:gdLst/>
              <a:ahLst/>
              <a:cxnLst/>
              <a:rect l="l" t="t" r="r" b="b"/>
              <a:pathLst>
                <a:path w="17504077" h="18621359" extrusionOk="0">
                  <a:moveTo>
                    <a:pt x="0" y="0"/>
                  </a:moveTo>
                  <a:lnTo>
                    <a:pt x="17504077" y="0"/>
                  </a:lnTo>
                  <a:lnTo>
                    <a:pt x="17504077" y="18621358"/>
                  </a:lnTo>
                  <a:lnTo>
                    <a:pt x="0" y="1862135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 amt="65999"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7" name="Google Shape;197;p5">
              <a:extLst>
                <a:ext uri="{FF2B5EF4-FFF2-40B4-BE49-F238E27FC236}">
                  <a16:creationId xmlns:a16="http://schemas.microsoft.com/office/drawing/2014/main" id="{79A2AAFD-47AE-1087-AE95-10CC0DAD18B9}"/>
                </a:ext>
              </a:extLst>
            </p:cNvPr>
            <p:cNvSpPr/>
            <p:nvPr/>
          </p:nvSpPr>
          <p:spPr>
            <a:xfrm rot="1794495">
              <a:off x="2804490" y="2519802"/>
              <a:ext cx="14119029" cy="15020243"/>
            </a:xfrm>
            <a:custGeom>
              <a:avLst/>
              <a:gdLst/>
              <a:ahLst/>
              <a:cxnLst/>
              <a:rect l="l" t="t" r="r" b="b"/>
              <a:pathLst>
                <a:path w="14119029" h="15020243" extrusionOk="0">
                  <a:moveTo>
                    <a:pt x="0" y="0"/>
                  </a:moveTo>
                  <a:lnTo>
                    <a:pt x="14119029" y="0"/>
                  </a:lnTo>
                  <a:lnTo>
                    <a:pt x="14119029" y="15020243"/>
                  </a:lnTo>
                  <a:lnTo>
                    <a:pt x="0" y="1502024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 amt="55000"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02" name="Google Shape;202;p5">
            <a:extLst>
              <a:ext uri="{FF2B5EF4-FFF2-40B4-BE49-F238E27FC236}">
                <a16:creationId xmlns:a16="http://schemas.microsoft.com/office/drawing/2014/main" id="{EE56EE56-5504-07DB-91DE-E9A4D26BBBDD}"/>
              </a:ext>
            </a:extLst>
          </p:cNvPr>
          <p:cNvSpPr txBox="1"/>
          <p:nvPr/>
        </p:nvSpPr>
        <p:spPr>
          <a:xfrm>
            <a:off x="1028699" y="3062643"/>
            <a:ext cx="14796007" cy="41796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31801" lvl="8" indent="-215900">
              <a:lnSpc>
                <a:spcPct val="140000"/>
              </a:lnSpc>
              <a:buClr>
                <a:srgbClr val="D8D8D8"/>
              </a:buClr>
              <a:buSzPts val="2000"/>
              <a:buFont typeface="Arial"/>
              <a:buChar char="•"/>
            </a:pPr>
            <a:r>
              <a:rPr lang="en-US" sz="4000" dirty="0">
                <a:solidFill>
                  <a:srgbClr val="D8D8D8"/>
                </a:solidFill>
                <a:latin typeface="Poppins"/>
                <a:ea typeface="Poppins"/>
                <a:cs typeface="Poppins"/>
                <a:sym typeface="Poppins"/>
              </a:rPr>
              <a:t>Read the docs: </a:t>
            </a:r>
            <a:r>
              <a:rPr lang="en-US" sz="400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https://boxlang.ortusbooks.com/getting-started/running-boxlang/aws-lambda</a:t>
            </a:r>
            <a:endParaRPr lang="en-US" sz="4000" dirty="0">
              <a:solidFill>
                <a:schemeClr val="bg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31801" lvl="8" indent="-215900">
              <a:lnSpc>
                <a:spcPct val="140000"/>
              </a:lnSpc>
              <a:buClr>
                <a:srgbClr val="D8D8D8"/>
              </a:buClr>
              <a:buSzPts val="2000"/>
              <a:buFont typeface="Arial"/>
              <a:buChar char="•"/>
            </a:pPr>
            <a:r>
              <a:rPr lang="en-US" sz="4000" b="0" i="0" u="none" strike="noStrike" cap="none" dirty="0">
                <a:solidFill>
                  <a:srgbClr val="D8D8D8"/>
                </a:solidFill>
                <a:latin typeface="Poppins"/>
                <a:ea typeface="Poppins"/>
                <a:cs typeface="Poppins"/>
                <a:sym typeface="Poppins"/>
              </a:rPr>
              <a:t>Other serverless platforms coming soon</a:t>
            </a:r>
          </a:p>
          <a:p>
            <a:pPr marL="431801" marR="0" lvl="1" indent="-2159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2000"/>
              <a:buFont typeface="Arial"/>
              <a:buChar char="•"/>
            </a:pPr>
            <a:endParaRPr lang="en-US" sz="4000" b="0" i="0" u="none" strike="noStrike" cap="none" dirty="0">
              <a:solidFill>
                <a:srgbClr val="D8D8D8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31801" marR="0" lvl="1" indent="-2159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2000"/>
              <a:buFont typeface="Arial"/>
              <a:buChar char="•"/>
            </a:pPr>
            <a:endParaRPr lang="en-US" sz="2000" b="0" i="0" u="none" strike="noStrike" cap="none" dirty="0">
              <a:solidFill>
                <a:srgbClr val="D8D8D8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31801" marR="0" lvl="1" indent="-2159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2000"/>
              <a:buFont typeface="Arial"/>
              <a:buChar char="•"/>
            </a:pPr>
            <a:endParaRPr lang="en-US" dirty="0"/>
          </a:p>
        </p:txBody>
      </p:sp>
      <p:sp>
        <p:nvSpPr>
          <p:cNvPr id="204" name="Google Shape;204;p5">
            <a:extLst>
              <a:ext uri="{FF2B5EF4-FFF2-40B4-BE49-F238E27FC236}">
                <a16:creationId xmlns:a16="http://schemas.microsoft.com/office/drawing/2014/main" id="{A0560C97-6003-4B43-3ECB-BC3CEFB42212}"/>
              </a:ext>
            </a:extLst>
          </p:cNvPr>
          <p:cNvSpPr txBox="1"/>
          <p:nvPr/>
        </p:nvSpPr>
        <p:spPr>
          <a:xfrm>
            <a:off x="1028699" y="1535938"/>
            <a:ext cx="13483713" cy="1154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dirty="0">
                <a:solidFill>
                  <a:srgbClr val="F6F6F6"/>
                </a:solidFill>
                <a:latin typeface="Poppins"/>
                <a:cs typeface="Poppins"/>
                <a:sym typeface="Poppins"/>
              </a:rPr>
              <a:t>Building for Serverless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584444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>
          <a:extLst>
            <a:ext uri="{FF2B5EF4-FFF2-40B4-BE49-F238E27FC236}">
              <a16:creationId xmlns:a16="http://schemas.microsoft.com/office/drawing/2014/main" id="{E8C8940D-EACE-E3D7-E0DB-5BBC91E79A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5">
            <a:extLst>
              <a:ext uri="{FF2B5EF4-FFF2-40B4-BE49-F238E27FC236}">
                <a16:creationId xmlns:a16="http://schemas.microsoft.com/office/drawing/2014/main" id="{7A6F1BDE-85C1-80E6-597F-9C10479A4E36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17591" b="-17591"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192" name="Google Shape;192;p5">
            <a:extLst>
              <a:ext uri="{FF2B5EF4-FFF2-40B4-BE49-F238E27FC236}">
                <a16:creationId xmlns:a16="http://schemas.microsoft.com/office/drawing/2014/main" id="{4A94FED7-F901-6AD7-1C87-59D25FA89D7B}"/>
              </a:ext>
            </a:extLst>
          </p:cNvPr>
          <p:cNvGrpSpPr/>
          <p:nvPr/>
        </p:nvGrpSpPr>
        <p:grpSpPr>
          <a:xfrm>
            <a:off x="0" y="9351219"/>
            <a:ext cx="18288000" cy="935781"/>
            <a:chOff x="0" y="-57150"/>
            <a:chExt cx="4816593" cy="246461"/>
          </a:xfrm>
        </p:grpSpPr>
        <p:sp>
          <p:nvSpPr>
            <p:cNvPr id="193" name="Google Shape;193;p5">
              <a:extLst>
                <a:ext uri="{FF2B5EF4-FFF2-40B4-BE49-F238E27FC236}">
                  <a16:creationId xmlns:a16="http://schemas.microsoft.com/office/drawing/2014/main" id="{74726985-CCFF-13FF-4A72-0AFA9619F337}"/>
                </a:ext>
              </a:extLst>
            </p:cNvPr>
            <p:cNvSpPr/>
            <p:nvPr/>
          </p:nvSpPr>
          <p:spPr>
            <a:xfrm>
              <a:off x="0" y="0"/>
              <a:ext cx="4816592" cy="189311"/>
            </a:xfrm>
            <a:custGeom>
              <a:avLst/>
              <a:gdLst/>
              <a:ahLst/>
              <a:cxnLst/>
              <a:rect l="l" t="t" r="r" b="b"/>
              <a:pathLst>
                <a:path w="4816592" h="189311" extrusionOk="0">
                  <a:moveTo>
                    <a:pt x="0" y="0"/>
                  </a:moveTo>
                  <a:lnTo>
                    <a:pt x="4816592" y="0"/>
                  </a:lnTo>
                  <a:lnTo>
                    <a:pt x="4816592" y="189311"/>
                  </a:lnTo>
                  <a:lnTo>
                    <a:pt x="0" y="189311"/>
                  </a:lnTo>
                  <a:close/>
                </a:path>
              </a:pathLst>
            </a:custGeom>
            <a:solidFill>
              <a:srgbClr val="272A38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4" name="Google Shape;194;p5">
              <a:extLst>
                <a:ext uri="{FF2B5EF4-FFF2-40B4-BE49-F238E27FC236}">
                  <a16:creationId xmlns:a16="http://schemas.microsoft.com/office/drawing/2014/main" id="{745200E8-4E99-F681-9B84-EEB98F7CD800}"/>
                </a:ext>
              </a:extLst>
            </p:cNvPr>
            <p:cNvSpPr txBox="1"/>
            <p:nvPr/>
          </p:nvSpPr>
          <p:spPr>
            <a:xfrm>
              <a:off x="0" y="-57150"/>
              <a:ext cx="4816593" cy="2464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5" name="Google Shape;195;p5">
            <a:extLst>
              <a:ext uri="{FF2B5EF4-FFF2-40B4-BE49-F238E27FC236}">
                <a16:creationId xmlns:a16="http://schemas.microsoft.com/office/drawing/2014/main" id="{3CBDEF93-360A-CDC6-EFB8-9393AF4652A2}"/>
              </a:ext>
            </a:extLst>
          </p:cNvPr>
          <p:cNvGrpSpPr/>
          <p:nvPr/>
        </p:nvGrpSpPr>
        <p:grpSpPr>
          <a:xfrm>
            <a:off x="-6189110" y="-7534167"/>
            <a:ext cx="26133391" cy="26171339"/>
            <a:chOff x="0" y="0"/>
            <a:chExt cx="34844521" cy="34895118"/>
          </a:xfrm>
        </p:grpSpPr>
        <p:sp>
          <p:nvSpPr>
            <p:cNvPr id="196" name="Google Shape;196;p5">
              <a:extLst>
                <a:ext uri="{FF2B5EF4-FFF2-40B4-BE49-F238E27FC236}">
                  <a16:creationId xmlns:a16="http://schemas.microsoft.com/office/drawing/2014/main" id="{50911381-F348-4200-AA94-B506A9538F86}"/>
                </a:ext>
              </a:extLst>
            </p:cNvPr>
            <p:cNvSpPr/>
            <p:nvPr/>
          </p:nvSpPr>
          <p:spPr>
            <a:xfrm rot="-9088373">
              <a:off x="13956475" y="13224406"/>
              <a:ext cx="17504077" cy="18621359"/>
            </a:xfrm>
            <a:custGeom>
              <a:avLst/>
              <a:gdLst/>
              <a:ahLst/>
              <a:cxnLst/>
              <a:rect l="l" t="t" r="r" b="b"/>
              <a:pathLst>
                <a:path w="17504077" h="18621359" extrusionOk="0">
                  <a:moveTo>
                    <a:pt x="0" y="0"/>
                  </a:moveTo>
                  <a:lnTo>
                    <a:pt x="17504077" y="0"/>
                  </a:lnTo>
                  <a:lnTo>
                    <a:pt x="17504077" y="18621358"/>
                  </a:lnTo>
                  <a:lnTo>
                    <a:pt x="0" y="1862135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 amt="65999"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7" name="Google Shape;197;p5">
              <a:extLst>
                <a:ext uri="{FF2B5EF4-FFF2-40B4-BE49-F238E27FC236}">
                  <a16:creationId xmlns:a16="http://schemas.microsoft.com/office/drawing/2014/main" id="{1F8A110C-1109-3B31-2799-578534C3C63E}"/>
                </a:ext>
              </a:extLst>
            </p:cNvPr>
            <p:cNvSpPr/>
            <p:nvPr/>
          </p:nvSpPr>
          <p:spPr>
            <a:xfrm rot="1794495">
              <a:off x="2804490" y="2519802"/>
              <a:ext cx="14119029" cy="15020243"/>
            </a:xfrm>
            <a:custGeom>
              <a:avLst/>
              <a:gdLst/>
              <a:ahLst/>
              <a:cxnLst/>
              <a:rect l="l" t="t" r="r" b="b"/>
              <a:pathLst>
                <a:path w="14119029" h="15020243" extrusionOk="0">
                  <a:moveTo>
                    <a:pt x="0" y="0"/>
                  </a:moveTo>
                  <a:lnTo>
                    <a:pt x="14119029" y="0"/>
                  </a:lnTo>
                  <a:lnTo>
                    <a:pt x="14119029" y="15020243"/>
                  </a:lnTo>
                  <a:lnTo>
                    <a:pt x="0" y="1502024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 amt="55000"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02" name="Google Shape;202;p5">
            <a:extLst>
              <a:ext uri="{FF2B5EF4-FFF2-40B4-BE49-F238E27FC236}">
                <a16:creationId xmlns:a16="http://schemas.microsoft.com/office/drawing/2014/main" id="{75C88AFF-6B11-4924-F3B2-66F378D1EC4A}"/>
              </a:ext>
            </a:extLst>
          </p:cNvPr>
          <p:cNvSpPr txBox="1"/>
          <p:nvPr/>
        </p:nvSpPr>
        <p:spPr>
          <a:xfrm>
            <a:off x="1028699" y="3062643"/>
            <a:ext cx="14796007" cy="67649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31801" lvl="8" indent="-215900">
              <a:lnSpc>
                <a:spcPct val="140000"/>
              </a:lnSpc>
              <a:buClr>
                <a:srgbClr val="D8D8D8"/>
              </a:buClr>
              <a:buSzPts val="2000"/>
              <a:buFont typeface="Arial"/>
              <a:buChar char="•"/>
            </a:pPr>
            <a:r>
              <a:rPr lang="en-US" sz="4000" dirty="0">
                <a:solidFill>
                  <a:srgbClr val="D8D8D8"/>
                </a:solidFill>
                <a:latin typeface="Poppins"/>
                <a:ea typeface="Poppins"/>
                <a:cs typeface="Poppins"/>
                <a:sym typeface="Poppins"/>
              </a:rPr>
              <a:t>Baked In FTW!</a:t>
            </a:r>
          </a:p>
          <a:p>
            <a:pPr marL="431801" lvl="8" indent="-215900">
              <a:lnSpc>
                <a:spcPct val="140000"/>
              </a:lnSpc>
              <a:buClr>
                <a:srgbClr val="D8D8D8"/>
              </a:buClr>
              <a:buSzPts val="2000"/>
              <a:buFont typeface="Arial"/>
              <a:buChar char="•"/>
            </a:pPr>
            <a:r>
              <a:rPr lang="en-US" sz="4000" b="0" i="0" u="none" strike="noStrike" cap="none" dirty="0">
                <a:solidFill>
                  <a:srgbClr val="D8D8D8"/>
                </a:solidFill>
                <a:latin typeface="Poppins"/>
                <a:ea typeface="Poppins"/>
                <a:cs typeface="Poppins"/>
                <a:sym typeface="Poppins"/>
              </a:rPr>
              <a:t>Application and Session Management</a:t>
            </a:r>
          </a:p>
          <a:p>
            <a:pPr marL="431801" lvl="8" indent="-215900">
              <a:lnSpc>
                <a:spcPct val="140000"/>
              </a:lnSpc>
              <a:buClr>
                <a:srgbClr val="D8D8D8"/>
              </a:buClr>
              <a:buSzPts val="2000"/>
              <a:buFont typeface="Arial"/>
              <a:buChar char="•"/>
            </a:pPr>
            <a:r>
              <a:rPr lang="en-US" sz="4000" dirty="0">
                <a:solidFill>
                  <a:srgbClr val="D8D8D8"/>
                </a:solidFill>
                <a:latin typeface="Poppins"/>
                <a:ea typeface="Poppins"/>
                <a:cs typeface="Poppins"/>
                <a:sym typeface="Poppins"/>
              </a:rPr>
              <a:t>Application life-cycle event handlers</a:t>
            </a:r>
          </a:p>
          <a:p>
            <a:pPr marL="431801" lvl="8" indent="-215900">
              <a:lnSpc>
                <a:spcPct val="140000"/>
              </a:lnSpc>
              <a:buClr>
                <a:srgbClr val="D8D8D8"/>
              </a:buClr>
              <a:buSzPts val="2000"/>
              <a:buFont typeface="Arial"/>
              <a:buChar char="•"/>
            </a:pPr>
            <a:r>
              <a:rPr lang="en-US" sz="4000" b="0" i="0" u="none" strike="noStrike" cap="none" dirty="0">
                <a:solidFill>
                  <a:srgbClr val="D8D8D8"/>
                </a:solidFill>
                <a:latin typeface="Poppins"/>
                <a:ea typeface="Poppins"/>
                <a:cs typeface="Poppins"/>
                <a:sym typeface="Poppins"/>
              </a:rPr>
              <a:t>File-based routing</a:t>
            </a:r>
          </a:p>
          <a:p>
            <a:pPr marL="431801" lvl="8" indent="-215900">
              <a:lnSpc>
                <a:spcPct val="140000"/>
              </a:lnSpc>
              <a:buClr>
                <a:srgbClr val="D8D8D8"/>
              </a:buClr>
              <a:buSzPts val="2000"/>
              <a:buFont typeface="Arial"/>
              <a:buChar char="•"/>
            </a:pPr>
            <a:r>
              <a:rPr lang="en-US" sz="4000" dirty="0">
                <a:solidFill>
                  <a:srgbClr val="D8D8D8"/>
                </a:solidFill>
                <a:latin typeface="Poppins"/>
                <a:ea typeface="Poppins"/>
                <a:cs typeface="Poppins"/>
                <a:sym typeface="Poppins"/>
              </a:rPr>
              <a:t>URL, Form handling (including file uploads)</a:t>
            </a:r>
            <a:endParaRPr lang="en-US" sz="4000" b="0" i="0" u="none" strike="noStrike" cap="none" dirty="0">
              <a:solidFill>
                <a:srgbClr val="D8D8D8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31801" lvl="8" indent="-215900">
              <a:lnSpc>
                <a:spcPct val="140000"/>
              </a:lnSpc>
              <a:buClr>
                <a:srgbClr val="D8D8D8"/>
              </a:buClr>
              <a:buSzPts val="2000"/>
              <a:buFont typeface="Arial"/>
              <a:buChar char="•"/>
            </a:pPr>
            <a:r>
              <a:rPr lang="en-US" sz="4000" dirty="0">
                <a:solidFill>
                  <a:srgbClr val="D8D8D8"/>
                </a:solidFill>
                <a:latin typeface="Poppins"/>
                <a:ea typeface="Poppins"/>
                <a:cs typeface="Poppins"/>
                <a:sym typeface="Poppins"/>
              </a:rPr>
              <a:t>Classes have additional support for remote operations</a:t>
            </a:r>
            <a:endParaRPr lang="en-US" sz="4000" b="0" i="0" u="none" strike="noStrike" cap="none" dirty="0">
              <a:solidFill>
                <a:srgbClr val="D8D8D8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31801" marR="0" lvl="1" indent="-2159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2000"/>
              <a:buFont typeface="Arial"/>
              <a:buChar char="•"/>
            </a:pPr>
            <a:endParaRPr lang="en-US" sz="4000" b="0" i="0" u="none" strike="noStrike" cap="none" dirty="0">
              <a:solidFill>
                <a:srgbClr val="D8D8D8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31801" marR="0" lvl="1" indent="-2159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2000"/>
              <a:buFont typeface="Arial"/>
              <a:buChar char="•"/>
            </a:pPr>
            <a:endParaRPr lang="en-US" sz="2000" b="0" i="0" u="none" strike="noStrike" cap="none" dirty="0">
              <a:solidFill>
                <a:srgbClr val="D8D8D8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31801" marR="0" lvl="1" indent="-2159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2000"/>
              <a:buFont typeface="Arial"/>
              <a:buChar char="•"/>
            </a:pPr>
            <a:endParaRPr lang="en-US" dirty="0"/>
          </a:p>
        </p:txBody>
      </p:sp>
      <p:sp>
        <p:nvSpPr>
          <p:cNvPr id="204" name="Google Shape;204;p5">
            <a:extLst>
              <a:ext uri="{FF2B5EF4-FFF2-40B4-BE49-F238E27FC236}">
                <a16:creationId xmlns:a16="http://schemas.microsoft.com/office/drawing/2014/main" id="{04A2D7CE-6A37-E4CB-1B9D-4D9C447B6F24}"/>
              </a:ext>
            </a:extLst>
          </p:cNvPr>
          <p:cNvSpPr txBox="1"/>
          <p:nvPr/>
        </p:nvSpPr>
        <p:spPr>
          <a:xfrm>
            <a:off x="1028699" y="1535938"/>
            <a:ext cx="13483713" cy="1154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dirty="0">
                <a:solidFill>
                  <a:srgbClr val="F6F6F6"/>
                </a:solidFill>
                <a:latin typeface="Poppins"/>
                <a:cs typeface="Poppins"/>
                <a:sym typeface="Poppins"/>
              </a:rPr>
              <a:t>Web Apps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605254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>
          <a:extLst>
            <a:ext uri="{FF2B5EF4-FFF2-40B4-BE49-F238E27FC236}">
              <a16:creationId xmlns:a16="http://schemas.microsoft.com/office/drawing/2014/main" id="{66A00104-5523-453A-75DC-59B9FBC209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5">
            <a:extLst>
              <a:ext uri="{FF2B5EF4-FFF2-40B4-BE49-F238E27FC236}">
                <a16:creationId xmlns:a16="http://schemas.microsoft.com/office/drawing/2014/main" id="{7FE60E90-7311-2C76-2B95-66F624A9C1CC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17591" b="-17591"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192" name="Google Shape;192;p5">
            <a:extLst>
              <a:ext uri="{FF2B5EF4-FFF2-40B4-BE49-F238E27FC236}">
                <a16:creationId xmlns:a16="http://schemas.microsoft.com/office/drawing/2014/main" id="{A03395E0-9CD9-CFCA-271E-C1E055C6583A}"/>
              </a:ext>
            </a:extLst>
          </p:cNvPr>
          <p:cNvGrpSpPr/>
          <p:nvPr/>
        </p:nvGrpSpPr>
        <p:grpSpPr>
          <a:xfrm>
            <a:off x="0" y="9351219"/>
            <a:ext cx="18288000" cy="935781"/>
            <a:chOff x="0" y="-57150"/>
            <a:chExt cx="4816593" cy="246461"/>
          </a:xfrm>
        </p:grpSpPr>
        <p:sp>
          <p:nvSpPr>
            <p:cNvPr id="193" name="Google Shape;193;p5">
              <a:extLst>
                <a:ext uri="{FF2B5EF4-FFF2-40B4-BE49-F238E27FC236}">
                  <a16:creationId xmlns:a16="http://schemas.microsoft.com/office/drawing/2014/main" id="{89D73E8E-C125-8A2F-EF65-854C393E1956}"/>
                </a:ext>
              </a:extLst>
            </p:cNvPr>
            <p:cNvSpPr/>
            <p:nvPr/>
          </p:nvSpPr>
          <p:spPr>
            <a:xfrm>
              <a:off x="0" y="0"/>
              <a:ext cx="4816592" cy="189311"/>
            </a:xfrm>
            <a:custGeom>
              <a:avLst/>
              <a:gdLst/>
              <a:ahLst/>
              <a:cxnLst/>
              <a:rect l="l" t="t" r="r" b="b"/>
              <a:pathLst>
                <a:path w="4816592" h="189311" extrusionOk="0">
                  <a:moveTo>
                    <a:pt x="0" y="0"/>
                  </a:moveTo>
                  <a:lnTo>
                    <a:pt x="4816592" y="0"/>
                  </a:lnTo>
                  <a:lnTo>
                    <a:pt x="4816592" y="189311"/>
                  </a:lnTo>
                  <a:lnTo>
                    <a:pt x="0" y="189311"/>
                  </a:lnTo>
                  <a:close/>
                </a:path>
              </a:pathLst>
            </a:custGeom>
            <a:solidFill>
              <a:srgbClr val="272A38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4" name="Google Shape;194;p5">
              <a:extLst>
                <a:ext uri="{FF2B5EF4-FFF2-40B4-BE49-F238E27FC236}">
                  <a16:creationId xmlns:a16="http://schemas.microsoft.com/office/drawing/2014/main" id="{F32B2294-4BC3-E3A9-978A-CA147435B3CA}"/>
                </a:ext>
              </a:extLst>
            </p:cNvPr>
            <p:cNvSpPr txBox="1"/>
            <p:nvPr/>
          </p:nvSpPr>
          <p:spPr>
            <a:xfrm>
              <a:off x="0" y="-57150"/>
              <a:ext cx="4816593" cy="2464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5" name="Google Shape;195;p5">
            <a:extLst>
              <a:ext uri="{FF2B5EF4-FFF2-40B4-BE49-F238E27FC236}">
                <a16:creationId xmlns:a16="http://schemas.microsoft.com/office/drawing/2014/main" id="{DC363E6B-3F4D-829E-F69E-921D18A11F9F}"/>
              </a:ext>
            </a:extLst>
          </p:cNvPr>
          <p:cNvGrpSpPr/>
          <p:nvPr/>
        </p:nvGrpSpPr>
        <p:grpSpPr>
          <a:xfrm>
            <a:off x="-6189110" y="-7534167"/>
            <a:ext cx="26133391" cy="26171339"/>
            <a:chOff x="0" y="0"/>
            <a:chExt cx="34844521" cy="34895118"/>
          </a:xfrm>
        </p:grpSpPr>
        <p:sp>
          <p:nvSpPr>
            <p:cNvPr id="196" name="Google Shape;196;p5">
              <a:extLst>
                <a:ext uri="{FF2B5EF4-FFF2-40B4-BE49-F238E27FC236}">
                  <a16:creationId xmlns:a16="http://schemas.microsoft.com/office/drawing/2014/main" id="{FA1B0897-CD2D-1458-23CB-762D222E4584}"/>
                </a:ext>
              </a:extLst>
            </p:cNvPr>
            <p:cNvSpPr/>
            <p:nvPr/>
          </p:nvSpPr>
          <p:spPr>
            <a:xfrm rot="-9088373">
              <a:off x="13956475" y="13224406"/>
              <a:ext cx="17504077" cy="18621359"/>
            </a:xfrm>
            <a:custGeom>
              <a:avLst/>
              <a:gdLst/>
              <a:ahLst/>
              <a:cxnLst/>
              <a:rect l="l" t="t" r="r" b="b"/>
              <a:pathLst>
                <a:path w="17504077" h="18621359" extrusionOk="0">
                  <a:moveTo>
                    <a:pt x="0" y="0"/>
                  </a:moveTo>
                  <a:lnTo>
                    <a:pt x="17504077" y="0"/>
                  </a:lnTo>
                  <a:lnTo>
                    <a:pt x="17504077" y="18621358"/>
                  </a:lnTo>
                  <a:lnTo>
                    <a:pt x="0" y="1862135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 amt="65999"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7" name="Google Shape;197;p5">
              <a:extLst>
                <a:ext uri="{FF2B5EF4-FFF2-40B4-BE49-F238E27FC236}">
                  <a16:creationId xmlns:a16="http://schemas.microsoft.com/office/drawing/2014/main" id="{4043D18F-D011-18AC-1F78-2AA1C95B8F09}"/>
                </a:ext>
              </a:extLst>
            </p:cNvPr>
            <p:cNvSpPr/>
            <p:nvPr/>
          </p:nvSpPr>
          <p:spPr>
            <a:xfrm rot="1794495">
              <a:off x="2804490" y="2519802"/>
              <a:ext cx="14119029" cy="15020243"/>
            </a:xfrm>
            <a:custGeom>
              <a:avLst/>
              <a:gdLst/>
              <a:ahLst/>
              <a:cxnLst/>
              <a:rect l="l" t="t" r="r" b="b"/>
              <a:pathLst>
                <a:path w="14119029" h="15020243" extrusionOk="0">
                  <a:moveTo>
                    <a:pt x="0" y="0"/>
                  </a:moveTo>
                  <a:lnTo>
                    <a:pt x="14119029" y="0"/>
                  </a:lnTo>
                  <a:lnTo>
                    <a:pt x="14119029" y="15020243"/>
                  </a:lnTo>
                  <a:lnTo>
                    <a:pt x="0" y="1502024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 amt="55000"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02" name="Google Shape;202;p5">
            <a:extLst>
              <a:ext uri="{FF2B5EF4-FFF2-40B4-BE49-F238E27FC236}">
                <a16:creationId xmlns:a16="http://schemas.microsoft.com/office/drawing/2014/main" id="{A127A0D5-91EB-8B27-839C-775B78338472}"/>
              </a:ext>
            </a:extLst>
          </p:cNvPr>
          <p:cNvSpPr txBox="1"/>
          <p:nvPr/>
        </p:nvSpPr>
        <p:spPr>
          <a:xfrm>
            <a:off x="1028699" y="3062643"/>
            <a:ext cx="14796007" cy="41796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31801" lvl="8" indent="-215900">
              <a:lnSpc>
                <a:spcPct val="140000"/>
              </a:lnSpc>
              <a:buClr>
                <a:srgbClr val="D8D8D8"/>
              </a:buClr>
              <a:buSzPts val="2000"/>
              <a:buFont typeface="Arial"/>
              <a:buChar char="•"/>
            </a:pPr>
            <a:r>
              <a:rPr lang="en-US" sz="4000" dirty="0">
                <a:solidFill>
                  <a:srgbClr val="D8D8D8"/>
                </a:solidFill>
                <a:latin typeface="Poppins"/>
                <a:ea typeface="Poppins"/>
                <a:cs typeface="Poppins"/>
                <a:sym typeface="Poppins"/>
              </a:rPr>
              <a:t>Add an </a:t>
            </a:r>
            <a:r>
              <a:rPr lang="en-US" sz="4000" dirty="0" err="1">
                <a:solidFill>
                  <a:srgbClr val="D8D8D8"/>
                </a:solidFill>
                <a:latin typeface="Poppins"/>
                <a:ea typeface="Poppins"/>
                <a:cs typeface="Poppins"/>
                <a:sym typeface="Poppins"/>
              </a:rPr>
              <a:t>Application.bx</a:t>
            </a:r>
            <a:r>
              <a:rPr lang="en-US" sz="4000" dirty="0">
                <a:solidFill>
                  <a:srgbClr val="D8D8D8"/>
                </a:solidFill>
                <a:latin typeface="Poppins"/>
                <a:ea typeface="Poppins"/>
                <a:cs typeface="Poppins"/>
                <a:sym typeface="Poppins"/>
              </a:rPr>
              <a:t> to the ‘root’ of your app</a:t>
            </a:r>
          </a:p>
          <a:p>
            <a:pPr marL="431801" lvl="8" indent="-215900">
              <a:lnSpc>
                <a:spcPct val="140000"/>
              </a:lnSpc>
              <a:buClr>
                <a:srgbClr val="D8D8D8"/>
              </a:buClr>
              <a:buSzPts val="2000"/>
              <a:buFont typeface="Arial"/>
              <a:buChar char="•"/>
            </a:pPr>
            <a:r>
              <a:rPr lang="en-US" sz="4000" b="0" i="0" u="none" strike="noStrike" cap="none" dirty="0" err="1">
                <a:solidFill>
                  <a:srgbClr val="D8D8D8"/>
                </a:solidFill>
                <a:latin typeface="Poppins"/>
                <a:ea typeface="Poppins"/>
                <a:cs typeface="Poppins"/>
                <a:sym typeface="Poppins"/>
              </a:rPr>
              <a:t>BoxLang</a:t>
            </a:r>
            <a:r>
              <a:rPr lang="en-US" sz="4000" b="0" i="0" u="none" strike="noStrike" cap="none" dirty="0">
                <a:solidFill>
                  <a:srgbClr val="D8D8D8"/>
                </a:solidFill>
                <a:latin typeface="Poppins"/>
                <a:ea typeface="Poppins"/>
                <a:cs typeface="Poppins"/>
                <a:sym typeface="Poppins"/>
              </a:rPr>
              <a:t> searches for this file when a request is made</a:t>
            </a:r>
          </a:p>
          <a:p>
            <a:pPr marL="431801" lvl="8" indent="-215900">
              <a:lnSpc>
                <a:spcPct val="140000"/>
              </a:lnSpc>
              <a:buClr>
                <a:srgbClr val="D8D8D8"/>
              </a:buClr>
              <a:buSzPts val="2000"/>
              <a:buFont typeface="Arial"/>
              <a:buChar char="•"/>
            </a:pPr>
            <a:r>
              <a:rPr lang="en-US" sz="4000" dirty="0" err="1">
                <a:solidFill>
                  <a:srgbClr val="D8D8D8"/>
                </a:solidFill>
                <a:latin typeface="Poppins"/>
                <a:ea typeface="Poppins"/>
                <a:cs typeface="Poppins"/>
                <a:sym typeface="Poppins"/>
              </a:rPr>
              <a:t>Application.bx</a:t>
            </a:r>
            <a:r>
              <a:rPr lang="en-US" sz="4000" dirty="0">
                <a:solidFill>
                  <a:srgbClr val="D8D8D8"/>
                </a:solidFill>
                <a:latin typeface="Poppins"/>
                <a:ea typeface="Poppins"/>
                <a:cs typeface="Poppins"/>
                <a:sym typeface="Poppins"/>
              </a:rPr>
              <a:t> is run on every request</a:t>
            </a:r>
            <a:endParaRPr lang="en-US" sz="4000" b="0" i="0" u="none" strike="noStrike" cap="none" dirty="0">
              <a:solidFill>
                <a:srgbClr val="D8D8D8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31801" marR="0" lvl="1" indent="-2159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2000"/>
              <a:buFont typeface="Arial"/>
              <a:buChar char="•"/>
            </a:pPr>
            <a:endParaRPr lang="en-US" sz="4000" b="0" i="0" u="none" strike="noStrike" cap="none" dirty="0">
              <a:solidFill>
                <a:srgbClr val="D8D8D8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31801" marR="0" lvl="1" indent="-2159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2000"/>
              <a:buFont typeface="Arial"/>
              <a:buChar char="•"/>
            </a:pPr>
            <a:endParaRPr lang="en-US" sz="2000" b="0" i="0" u="none" strike="noStrike" cap="none" dirty="0">
              <a:solidFill>
                <a:srgbClr val="D8D8D8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31801" marR="0" lvl="1" indent="-2159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2000"/>
              <a:buFont typeface="Arial"/>
              <a:buChar char="•"/>
            </a:pPr>
            <a:endParaRPr lang="en-US" dirty="0"/>
          </a:p>
        </p:txBody>
      </p:sp>
      <p:sp>
        <p:nvSpPr>
          <p:cNvPr id="204" name="Google Shape;204;p5">
            <a:extLst>
              <a:ext uri="{FF2B5EF4-FFF2-40B4-BE49-F238E27FC236}">
                <a16:creationId xmlns:a16="http://schemas.microsoft.com/office/drawing/2014/main" id="{47B363C6-5B48-7082-CB72-0A32D7925A8D}"/>
              </a:ext>
            </a:extLst>
          </p:cNvPr>
          <p:cNvSpPr txBox="1"/>
          <p:nvPr/>
        </p:nvSpPr>
        <p:spPr>
          <a:xfrm>
            <a:off x="1028699" y="1535938"/>
            <a:ext cx="13483713" cy="1154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dirty="0">
                <a:solidFill>
                  <a:srgbClr val="F6F6F6"/>
                </a:solidFill>
                <a:latin typeface="Poppins"/>
                <a:cs typeface="Poppins"/>
                <a:sym typeface="Poppins"/>
              </a:rPr>
              <a:t>Web Apps - Defining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89669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>
          <a:extLst>
            <a:ext uri="{FF2B5EF4-FFF2-40B4-BE49-F238E27FC236}">
              <a16:creationId xmlns:a16="http://schemas.microsoft.com/office/drawing/2014/main" id="{2B3F640F-A49B-E211-E749-EF378DFC95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5">
            <a:extLst>
              <a:ext uri="{FF2B5EF4-FFF2-40B4-BE49-F238E27FC236}">
                <a16:creationId xmlns:a16="http://schemas.microsoft.com/office/drawing/2014/main" id="{D610CE7E-EDB5-5C5E-944B-17F28B0AC0F0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17591" b="-17591"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192" name="Google Shape;192;p5">
            <a:extLst>
              <a:ext uri="{FF2B5EF4-FFF2-40B4-BE49-F238E27FC236}">
                <a16:creationId xmlns:a16="http://schemas.microsoft.com/office/drawing/2014/main" id="{B09C9D9C-9DB2-559A-396D-57FC488A6817}"/>
              </a:ext>
            </a:extLst>
          </p:cNvPr>
          <p:cNvGrpSpPr/>
          <p:nvPr/>
        </p:nvGrpSpPr>
        <p:grpSpPr>
          <a:xfrm>
            <a:off x="0" y="9351219"/>
            <a:ext cx="18288000" cy="935781"/>
            <a:chOff x="0" y="-57150"/>
            <a:chExt cx="4816593" cy="246461"/>
          </a:xfrm>
        </p:grpSpPr>
        <p:sp>
          <p:nvSpPr>
            <p:cNvPr id="193" name="Google Shape;193;p5">
              <a:extLst>
                <a:ext uri="{FF2B5EF4-FFF2-40B4-BE49-F238E27FC236}">
                  <a16:creationId xmlns:a16="http://schemas.microsoft.com/office/drawing/2014/main" id="{62C6432B-077E-0F34-D264-053D439F5754}"/>
                </a:ext>
              </a:extLst>
            </p:cNvPr>
            <p:cNvSpPr/>
            <p:nvPr/>
          </p:nvSpPr>
          <p:spPr>
            <a:xfrm>
              <a:off x="0" y="0"/>
              <a:ext cx="4816592" cy="189311"/>
            </a:xfrm>
            <a:custGeom>
              <a:avLst/>
              <a:gdLst/>
              <a:ahLst/>
              <a:cxnLst/>
              <a:rect l="l" t="t" r="r" b="b"/>
              <a:pathLst>
                <a:path w="4816592" h="189311" extrusionOk="0">
                  <a:moveTo>
                    <a:pt x="0" y="0"/>
                  </a:moveTo>
                  <a:lnTo>
                    <a:pt x="4816592" y="0"/>
                  </a:lnTo>
                  <a:lnTo>
                    <a:pt x="4816592" y="189311"/>
                  </a:lnTo>
                  <a:lnTo>
                    <a:pt x="0" y="189311"/>
                  </a:lnTo>
                  <a:close/>
                </a:path>
              </a:pathLst>
            </a:custGeom>
            <a:solidFill>
              <a:srgbClr val="272A38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4" name="Google Shape;194;p5">
              <a:extLst>
                <a:ext uri="{FF2B5EF4-FFF2-40B4-BE49-F238E27FC236}">
                  <a16:creationId xmlns:a16="http://schemas.microsoft.com/office/drawing/2014/main" id="{2159D31D-3489-1556-A130-C4F7D7A06CE2}"/>
                </a:ext>
              </a:extLst>
            </p:cNvPr>
            <p:cNvSpPr txBox="1"/>
            <p:nvPr/>
          </p:nvSpPr>
          <p:spPr>
            <a:xfrm>
              <a:off x="0" y="-57150"/>
              <a:ext cx="4816593" cy="2464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5" name="Google Shape;195;p5">
            <a:extLst>
              <a:ext uri="{FF2B5EF4-FFF2-40B4-BE49-F238E27FC236}">
                <a16:creationId xmlns:a16="http://schemas.microsoft.com/office/drawing/2014/main" id="{5A03C02B-BE8B-B0DC-C96F-383EA3A80B21}"/>
              </a:ext>
            </a:extLst>
          </p:cNvPr>
          <p:cNvGrpSpPr/>
          <p:nvPr/>
        </p:nvGrpSpPr>
        <p:grpSpPr>
          <a:xfrm>
            <a:off x="-6189110" y="-7534167"/>
            <a:ext cx="26133391" cy="26171339"/>
            <a:chOff x="0" y="0"/>
            <a:chExt cx="34844521" cy="34895118"/>
          </a:xfrm>
        </p:grpSpPr>
        <p:sp>
          <p:nvSpPr>
            <p:cNvPr id="196" name="Google Shape;196;p5">
              <a:extLst>
                <a:ext uri="{FF2B5EF4-FFF2-40B4-BE49-F238E27FC236}">
                  <a16:creationId xmlns:a16="http://schemas.microsoft.com/office/drawing/2014/main" id="{303F3AA2-0803-6E51-DA94-D49B255F9196}"/>
                </a:ext>
              </a:extLst>
            </p:cNvPr>
            <p:cNvSpPr/>
            <p:nvPr/>
          </p:nvSpPr>
          <p:spPr>
            <a:xfrm rot="-9088373">
              <a:off x="13956475" y="13224406"/>
              <a:ext cx="17504077" cy="18621359"/>
            </a:xfrm>
            <a:custGeom>
              <a:avLst/>
              <a:gdLst/>
              <a:ahLst/>
              <a:cxnLst/>
              <a:rect l="l" t="t" r="r" b="b"/>
              <a:pathLst>
                <a:path w="17504077" h="18621359" extrusionOk="0">
                  <a:moveTo>
                    <a:pt x="0" y="0"/>
                  </a:moveTo>
                  <a:lnTo>
                    <a:pt x="17504077" y="0"/>
                  </a:lnTo>
                  <a:lnTo>
                    <a:pt x="17504077" y="18621358"/>
                  </a:lnTo>
                  <a:lnTo>
                    <a:pt x="0" y="1862135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 amt="65999"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7" name="Google Shape;197;p5">
              <a:extLst>
                <a:ext uri="{FF2B5EF4-FFF2-40B4-BE49-F238E27FC236}">
                  <a16:creationId xmlns:a16="http://schemas.microsoft.com/office/drawing/2014/main" id="{AFAC8EEC-E3B9-7BC5-9F3C-51FD5E7176C1}"/>
                </a:ext>
              </a:extLst>
            </p:cNvPr>
            <p:cNvSpPr/>
            <p:nvPr/>
          </p:nvSpPr>
          <p:spPr>
            <a:xfrm rot="1794495">
              <a:off x="2804490" y="2519802"/>
              <a:ext cx="14119029" cy="15020243"/>
            </a:xfrm>
            <a:custGeom>
              <a:avLst/>
              <a:gdLst/>
              <a:ahLst/>
              <a:cxnLst/>
              <a:rect l="l" t="t" r="r" b="b"/>
              <a:pathLst>
                <a:path w="14119029" h="15020243" extrusionOk="0">
                  <a:moveTo>
                    <a:pt x="0" y="0"/>
                  </a:moveTo>
                  <a:lnTo>
                    <a:pt x="14119029" y="0"/>
                  </a:lnTo>
                  <a:lnTo>
                    <a:pt x="14119029" y="15020243"/>
                  </a:lnTo>
                  <a:lnTo>
                    <a:pt x="0" y="1502024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 amt="55000"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02" name="Google Shape;202;p5">
            <a:extLst>
              <a:ext uri="{FF2B5EF4-FFF2-40B4-BE49-F238E27FC236}">
                <a16:creationId xmlns:a16="http://schemas.microsoft.com/office/drawing/2014/main" id="{E5E875CC-C771-3468-5A98-5D89F07DCAFF}"/>
              </a:ext>
            </a:extLst>
          </p:cNvPr>
          <p:cNvSpPr txBox="1"/>
          <p:nvPr/>
        </p:nvSpPr>
        <p:spPr>
          <a:xfrm>
            <a:off x="1028699" y="3062643"/>
            <a:ext cx="14796007" cy="59031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31801" lvl="8" indent="-215900">
              <a:lnSpc>
                <a:spcPct val="140000"/>
              </a:lnSpc>
              <a:buClr>
                <a:srgbClr val="D8D8D8"/>
              </a:buClr>
              <a:buSzPts val="2000"/>
              <a:buFont typeface="Arial"/>
              <a:buChar char="•"/>
            </a:pPr>
            <a:r>
              <a:rPr lang="en-US" sz="4000" dirty="0">
                <a:solidFill>
                  <a:srgbClr val="D8D8D8"/>
                </a:solidFill>
                <a:latin typeface="Poppins"/>
                <a:ea typeface="Poppins"/>
                <a:cs typeface="Poppins"/>
                <a:sym typeface="Poppins"/>
              </a:rPr>
              <a:t>Application Start and End</a:t>
            </a:r>
          </a:p>
          <a:p>
            <a:pPr marL="431801" lvl="8" indent="-215900">
              <a:lnSpc>
                <a:spcPct val="140000"/>
              </a:lnSpc>
              <a:buClr>
                <a:srgbClr val="D8D8D8"/>
              </a:buClr>
              <a:buSzPts val="2000"/>
              <a:buFont typeface="Arial"/>
              <a:buChar char="•"/>
            </a:pPr>
            <a:r>
              <a:rPr lang="en-US" sz="4000" b="0" i="0" u="none" strike="noStrike" cap="none" dirty="0">
                <a:solidFill>
                  <a:srgbClr val="D8D8D8"/>
                </a:solidFill>
                <a:latin typeface="Poppins"/>
                <a:ea typeface="Poppins"/>
                <a:cs typeface="Poppins"/>
                <a:sym typeface="Poppins"/>
              </a:rPr>
              <a:t>Session Start and End</a:t>
            </a:r>
          </a:p>
          <a:p>
            <a:pPr marL="431801" lvl="8" indent="-215900">
              <a:lnSpc>
                <a:spcPct val="140000"/>
              </a:lnSpc>
              <a:buClr>
                <a:srgbClr val="D8D8D8"/>
              </a:buClr>
              <a:buSzPts val="2000"/>
              <a:buFont typeface="Arial"/>
              <a:buChar char="•"/>
            </a:pPr>
            <a:r>
              <a:rPr lang="en-US" sz="4000" dirty="0">
                <a:solidFill>
                  <a:srgbClr val="D8D8D8"/>
                </a:solidFill>
                <a:latin typeface="Poppins"/>
                <a:ea typeface="Poppins"/>
                <a:cs typeface="Poppins"/>
                <a:sym typeface="Poppins"/>
              </a:rPr>
              <a:t>Request Start and End</a:t>
            </a:r>
          </a:p>
          <a:p>
            <a:pPr marL="431801" lvl="8" indent="-215900">
              <a:lnSpc>
                <a:spcPct val="140000"/>
              </a:lnSpc>
              <a:buClr>
                <a:srgbClr val="D8D8D8"/>
              </a:buClr>
              <a:buSzPts val="2000"/>
              <a:buFont typeface="Arial"/>
              <a:buChar char="•"/>
            </a:pPr>
            <a:r>
              <a:rPr lang="en-US" sz="4000" dirty="0">
                <a:solidFill>
                  <a:srgbClr val="D8D8D8"/>
                </a:solidFill>
                <a:latin typeface="Poppins"/>
                <a:ea typeface="Poppins"/>
                <a:cs typeface="Poppins"/>
                <a:sym typeface="Poppins"/>
              </a:rPr>
              <a:t>Class Request</a:t>
            </a:r>
          </a:p>
          <a:p>
            <a:pPr marL="431801" lvl="8" indent="-215900">
              <a:lnSpc>
                <a:spcPct val="140000"/>
              </a:lnSpc>
              <a:buClr>
                <a:srgbClr val="D8D8D8"/>
              </a:buClr>
              <a:buSzPts val="2000"/>
              <a:buFont typeface="Arial"/>
              <a:buChar char="•"/>
            </a:pPr>
            <a:r>
              <a:rPr lang="en-US" sz="4000" b="0" i="0" u="none" strike="noStrike" cap="none" dirty="0">
                <a:solidFill>
                  <a:srgbClr val="D8D8D8"/>
                </a:solidFill>
                <a:latin typeface="Poppins"/>
                <a:ea typeface="Poppins"/>
                <a:cs typeface="Poppins"/>
                <a:sym typeface="Poppins"/>
              </a:rPr>
              <a:t>Error, Abort, Missing Template</a:t>
            </a:r>
          </a:p>
          <a:p>
            <a:pPr marL="431801" marR="0" lvl="1" indent="-2159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2000"/>
              <a:buFont typeface="Arial"/>
              <a:buChar char="•"/>
            </a:pPr>
            <a:endParaRPr lang="en-US" sz="4000" b="0" i="0" u="none" strike="noStrike" cap="none" dirty="0">
              <a:solidFill>
                <a:srgbClr val="D8D8D8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31801" marR="0" lvl="1" indent="-2159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2000"/>
              <a:buFont typeface="Arial"/>
              <a:buChar char="•"/>
            </a:pPr>
            <a:endParaRPr lang="en-US" sz="2000" b="0" i="0" u="none" strike="noStrike" cap="none" dirty="0">
              <a:solidFill>
                <a:srgbClr val="D8D8D8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31801" marR="0" lvl="1" indent="-2159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2000"/>
              <a:buFont typeface="Arial"/>
              <a:buChar char="•"/>
            </a:pPr>
            <a:endParaRPr lang="en-US" dirty="0"/>
          </a:p>
        </p:txBody>
      </p:sp>
      <p:sp>
        <p:nvSpPr>
          <p:cNvPr id="204" name="Google Shape;204;p5">
            <a:extLst>
              <a:ext uri="{FF2B5EF4-FFF2-40B4-BE49-F238E27FC236}">
                <a16:creationId xmlns:a16="http://schemas.microsoft.com/office/drawing/2014/main" id="{43ADA649-6EBB-4648-314C-D8811DC96E09}"/>
              </a:ext>
            </a:extLst>
          </p:cNvPr>
          <p:cNvSpPr txBox="1"/>
          <p:nvPr/>
        </p:nvSpPr>
        <p:spPr>
          <a:xfrm>
            <a:off x="1028699" y="1535938"/>
            <a:ext cx="13483713" cy="1154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dirty="0">
                <a:solidFill>
                  <a:srgbClr val="F6F6F6"/>
                </a:solidFill>
                <a:latin typeface="Poppins"/>
                <a:cs typeface="Poppins"/>
                <a:sym typeface="Poppins"/>
              </a:rPr>
              <a:t>Web Apps - Events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351617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>
          <a:extLst>
            <a:ext uri="{FF2B5EF4-FFF2-40B4-BE49-F238E27FC236}">
              <a16:creationId xmlns:a16="http://schemas.microsoft.com/office/drawing/2014/main" id="{8BB3C9BF-F9CB-195C-F6C0-1D5BD7B6A1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5">
            <a:extLst>
              <a:ext uri="{FF2B5EF4-FFF2-40B4-BE49-F238E27FC236}">
                <a16:creationId xmlns:a16="http://schemas.microsoft.com/office/drawing/2014/main" id="{C6FC5FBF-08F0-8A3B-F9DD-2964BE5E8834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17591" b="-17591"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192" name="Google Shape;192;p5">
            <a:extLst>
              <a:ext uri="{FF2B5EF4-FFF2-40B4-BE49-F238E27FC236}">
                <a16:creationId xmlns:a16="http://schemas.microsoft.com/office/drawing/2014/main" id="{C577676C-5485-B527-EABC-673B566D8263}"/>
              </a:ext>
            </a:extLst>
          </p:cNvPr>
          <p:cNvGrpSpPr/>
          <p:nvPr/>
        </p:nvGrpSpPr>
        <p:grpSpPr>
          <a:xfrm>
            <a:off x="0" y="9351219"/>
            <a:ext cx="18288000" cy="935781"/>
            <a:chOff x="0" y="-57150"/>
            <a:chExt cx="4816593" cy="246461"/>
          </a:xfrm>
        </p:grpSpPr>
        <p:sp>
          <p:nvSpPr>
            <p:cNvPr id="193" name="Google Shape;193;p5">
              <a:extLst>
                <a:ext uri="{FF2B5EF4-FFF2-40B4-BE49-F238E27FC236}">
                  <a16:creationId xmlns:a16="http://schemas.microsoft.com/office/drawing/2014/main" id="{D4459210-4B09-5B8C-1E4E-5B1A568893FD}"/>
                </a:ext>
              </a:extLst>
            </p:cNvPr>
            <p:cNvSpPr/>
            <p:nvPr/>
          </p:nvSpPr>
          <p:spPr>
            <a:xfrm>
              <a:off x="0" y="0"/>
              <a:ext cx="4816592" cy="189311"/>
            </a:xfrm>
            <a:custGeom>
              <a:avLst/>
              <a:gdLst/>
              <a:ahLst/>
              <a:cxnLst/>
              <a:rect l="l" t="t" r="r" b="b"/>
              <a:pathLst>
                <a:path w="4816592" h="189311" extrusionOk="0">
                  <a:moveTo>
                    <a:pt x="0" y="0"/>
                  </a:moveTo>
                  <a:lnTo>
                    <a:pt x="4816592" y="0"/>
                  </a:lnTo>
                  <a:lnTo>
                    <a:pt x="4816592" y="189311"/>
                  </a:lnTo>
                  <a:lnTo>
                    <a:pt x="0" y="189311"/>
                  </a:lnTo>
                  <a:close/>
                </a:path>
              </a:pathLst>
            </a:custGeom>
            <a:solidFill>
              <a:srgbClr val="272A38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4" name="Google Shape;194;p5">
              <a:extLst>
                <a:ext uri="{FF2B5EF4-FFF2-40B4-BE49-F238E27FC236}">
                  <a16:creationId xmlns:a16="http://schemas.microsoft.com/office/drawing/2014/main" id="{FA953466-1E88-90BA-55CE-9923FC95F1CE}"/>
                </a:ext>
              </a:extLst>
            </p:cNvPr>
            <p:cNvSpPr txBox="1"/>
            <p:nvPr/>
          </p:nvSpPr>
          <p:spPr>
            <a:xfrm>
              <a:off x="0" y="-57150"/>
              <a:ext cx="4816593" cy="2464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5" name="Google Shape;195;p5">
            <a:extLst>
              <a:ext uri="{FF2B5EF4-FFF2-40B4-BE49-F238E27FC236}">
                <a16:creationId xmlns:a16="http://schemas.microsoft.com/office/drawing/2014/main" id="{A12D2BE6-A32F-3B93-8C89-5DA2E220B6C6}"/>
              </a:ext>
            </a:extLst>
          </p:cNvPr>
          <p:cNvGrpSpPr/>
          <p:nvPr/>
        </p:nvGrpSpPr>
        <p:grpSpPr>
          <a:xfrm>
            <a:off x="-6189110" y="-7534167"/>
            <a:ext cx="26133391" cy="26171339"/>
            <a:chOff x="0" y="0"/>
            <a:chExt cx="34844521" cy="34895118"/>
          </a:xfrm>
        </p:grpSpPr>
        <p:sp>
          <p:nvSpPr>
            <p:cNvPr id="196" name="Google Shape;196;p5">
              <a:extLst>
                <a:ext uri="{FF2B5EF4-FFF2-40B4-BE49-F238E27FC236}">
                  <a16:creationId xmlns:a16="http://schemas.microsoft.com/office/drawing/2014/main" id="{6173709B-388B-BBB2-52E2-3E7C3373B98C}"/>
                </a:ext>
              </a:extLst>
            </p:cNvPr>
            <p:cNvSpPr/>
            <p:nvPr/>
          </p:nvSpPr>
          <p:spPr>
            <a:xfrm rot="-9088373">
              <a:off x="13956475" y="13224406"/>
              <a:ext cx="17504077" cy="18621359"/>
            </a:xfrm>
            <a:custGeom>
              <a:avLst/>
              <a:gdLst/>
              <a:ahLst/>
              <a:cxnLst/>
              <a:rect l="l" t="t" r="r" b="b"/>
              <a:pathLst>
                <a:path w="17504077" h="18621359" extrusionOk="0">
                  <a:moveTo>
                    <a:pt x="0" y="0"/>
                  </a:moveTo>
                  <a:lnTo>
                    <a:pt x="17504077" y="0"/>
                  </a:lnTo>
                  <a:lnTo>
                    <a:pt x="17504077" y="18621358"/>
                  </a:lnTo>
                  <a:lnTo>
                    <a:pt x="0" y="1862135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 amt="65999"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7" name="Google Shape;197;p5">
              <a:extLst>
                <a:ext uri="{FF2B5EF4-FFF2-40B4-BE49-F238E27FC236}">
                  <a16:creationId xmlns:a16="http://schemas.microsoft.com/office/drawing/2014/main" id="{E1F4FEA9-8581-1012-78D5-357D87C0B5F2}"/>
                </a:ext>
              </a:extLst>
            </p:cNvPr>
            <p:cNvSpPr/>
            <p:nvPr/>
          </p:nvSpPr>
          <p:spPr>
            <a:xfrm rot="1794495">
              <a:off x="2804490" y="2519802"/>
              <a:ext cx="14119029" cy="15020243"/>
            </a:xfrm>
            <a:custGeom>
              <a:avLst/>
              <a:gdLst/>
              <a:ahLst/>
              <a:cxnLst/>
              <a:rect l="l" t="t" r="r" b="b"/>
              <a:pathLst>
                <a:path w="14119029" h="15020243" extrusionOk="0">
                  <a:moveTo>
                    <a:pt x="0" y="0"/>
                  </a:moveTo>
                  <a:lnTo>
                    <a:pt x="14119029" y="0"/>
                  </a:lnTo>
                  <a:lnTo>
                    <a:pt x="14119029" y="15020243"/>
                  </a:lnTo>
                  <a:lnTo>
                    <a:pt x="0" y="1502024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 amt="55000"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02" name="Google Shape;202;p5">
            <a:extLst>
              <a:ext uri="{FF2B5EF4-FFF2-40B4-BE49-F238E27FC236}">
                <a16:creationId xmlns:a16="http://schemas.microsoft.com/office/drawing/2014/main" id="{E73F32DB-1084-C500-ADC6-FB800AF797B5}"/>
              </a:ext>
            </a:extLst>
          </p:cNvPr>
          <p:cNvSpPr txBox="1"/>
          <p:nvPr/>
        </p:nvSpPr>
        <p:spPr>
          <a:xfrm>
            <a:off x="1028699" y="3062643"/>
            <a:ext cx="14796007" cy="504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31801" lvl="8" indent="-215900">
              <a:lnSpc>
                <a:spcPct val="140000"/>
              </a:lnSpc>
              <a:buClr>
                <a:srgbClr val="D8D8D8"/>
              </a:buClr>
              <a:buSzPts val="2000"/>
              <a:buFont typeface="Arial"/>
              <a:buChar char="•"/>
            </a:pPr>
            <a:r>
              <a:rPr lang="en-US" sz="4000" dirty="0" err="1">
                <a:solidFill>
                  <a:srgbClr val="D8D8D8"/>
                </a:solidFill>
                <a:latin typeface="Poppins"/>
                <a:ea typeface="Poppins"/>
                <a:cs typeface="Poppins"/>
                <a:sym typeface="Poppins"/>
              </a:rPr>
              <a:t>CommandBox</a:t>
            </a:r>
            <a:endParaRPr lang="en-US" sz="4000" dirty="0">
              <a:solidFill>
                <a:srgbClr val="D8D8D8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31801" lvl="8" indent="-215900">
              <a:lnSpc>
                <a:spcPct val="140000"/>
              </a:lnSpc>
              <a:buClr>
                <a:srgbClr val="D8D8D8"/>
              </a:buClr>
              <a:buSzPts val="2000"/>
              <a:buFont typeface="Arial"/>
              <a:buChar char="•"/>
            </a:pPr>
            <a:r>
              <a:rPr lang="en-US" sz="4000" b="0" i="0" u="none" strike="noStrike" cap="none" dirty="0" err="1">
                <a:solidFill>
                  <a:srgbClr val="D8D8D8"/>
                </a:solidFill>
                <a:latin typeface="Poppins"/>
                <a:ea typeface="Poppins"/>
                <a:cs typeface="Poppins"/>
                <a:sym typeface="Poppins"/>
              </a:rPr>
              <a:t>MiniServer</a:t>
            </a:r>
            <a:r>
              <a:rPr lang="en-US" sz="4000" b="0" i="0" u="none" strike="noStrike" cap="none" dirty="0">
                <a:solidFill>
                  <a:srgbClr val="D8D8D8"/>
                </a:solidFill>
                <a:latin typeface="Poppins"/>
                <a:ea typeface="Poppins"/>
                <a:cs typeface="Poppins"/>
                <a:sym typeface="Poppins"/>
              </a:rPr>
              <a:t> 🤩</a:t>
            </a:r>
          </a:p>
          <a:p>
            <a:pPr marL="431801" lvl="8" indent="-215900">
              <a:lnSpc>
                <a:spcPct val="140000"/>
              </a:lnSpc>
              <a:buClr>
                <a:srgbClr val="D8D8D8"/>
              </a:buClr>
              <a:buSzPts val="2000"/>
              <a:buFont typeface="Arial"/>
              <a:buChar char="•"/>
            </a:pPr>
            <a:r>
              <a:rPr lang="en-US" sz="4000" dirty="0">
                <a:solidFill>
                  <a:srgbClr val="D8D8D8"/>
                </a:solidFill>
                <a:latin typeface="Poppins"/>
                <a:ea typeface="Poppins"/>
                <a:cs typeface="Poppins"/>
                <a:sym typeface="Poppins"/>
              </a:rPr>
              <a:t>Docker</a:t>
            </a:r>
            <a:endParaRPr lang="en-US" sz="4000" b="0" i="0" u="none" strike="noStrike" cap="none" dirty="0">
              <a:solidFill>
                <a:srgbClr val="D8D8D8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31801" lvl="8" indent="-215900">
              <a:lnSpc>
                <a:spcPct val="140000"/>
              </a:lnSpc>
              <a:buClr>
                <a:srgbClr val="D8D8D8"/>
              </a:buClr>
              <a:buSzPts val="2000"/>
              <a:buFont typeface="Arial"/>
              <a:buChar char="•"/>
            </a:pPr>
            <a:endParaRPr lang="en-US" sz="4000" b="0" i="0" u="none" strike="noStrike" cap="none" dirty="0">
              <a:solidFill>
                <a:srgbClr val="D8D8D8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31801" marR="0" lvl="1" indent="-2159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2000"/>
              <a:buFont typeface="Arial"/>
              <a:buChar char="•"/>
            </a:pPr>
            <a:endParaRPr lang="en-US" sz="4000" b="0" i="0" u="none" strike="noStrike" cap="none" dirty="0">
              <a:solidFill>
                <a:srgbClr val="D8D8D8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31801" marR="0" lvl="1" indent="-2159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2000"/>
              <a:buFont typeface="Arial"/>
              <a:buChar char="•"/>
            </a:pPr>
            <a:endParaRPr lang="en-US" sz="2000" b="0" i="0" u="none" strike="noStrike" cap="none" dirty="0">
              <a:solidFill>
                <a:srgbClr val="D8D8D8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31801" marR="0" lvl="1" indent="-2159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2000"/>
              <a:buFont typeface="Arial"/>
              <a:buChar char="•"/>
            </a:pPr>
            <a:endParaRPr lang="en-US" dirty="0"/>
          </a:p>
        </p:txBody>
      </p:sp>
      <p:sp>
        <p:nvSpPr>
          <p:cNvPr id="204" name="Google Shape;204;p5">
            <a:extLst>
              <a:ext uri="{FF2B5EF4-FFF2-40B4-BE49-F238E27FC236}">
                <a16:creationId xmlns:a16="http://schemas.microsoft.com/office/drawing/2014/main" id="{13F7DD15-DD60-95B1-ECDB-7E2D69E9CF9A}"/>
              </a:ext>
            </a:extLst>
          </p:cNvPr>
          <p:cNvSpPr txBox="1"/>
          <p:nvPr/>
        </p:nvSpPr>
        <p:spPr>
          <a:xfrm>
            <a:off x="1028699" y="1535938"/>
            <a:ext cx="13483713" cy="1154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dirty="0">
                <a:solidFill>
                  <a:srgbClr val="F6F6F6"/>
                </a:solidFill>
                <a:latin typeface="Poppins"/>
                <a:cs typeface="Poppins"/>
                <a:sym typeface="Poppins"/>
              </a:rPr>
              <a:t>Web Apps - Running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418448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>
          <a:extLst>
            <a:ext uri="{FF2B5EF4-FFF2-40B4-BE49-F238E27FC236}">
              <a16:creationId xmlns:a16="http://schemas.microsoft.com/office/drawing/2014/main" id="{BA0B9796-F0F0-5702-D82A-97F1377F25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5">
            <a:extLst>
              <a:ext uri="{FF2B5EF4-FFF2-40B4-BE49-F238E27FC236}">
                <a16:creationId xmlns:a16="http://schemas.microsoft.com/office/drawing/2014/main" id="{DABFDFA2-2B32-0B18-4B9B-29C1929260DB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17591" b="-17591"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192" name="Google Shape;192;p5">
            <a:extLst>
              <a:ext uri="{FF2B5EF4-FFF2-40B4-BE49-F238E27FC236}">
                <a16:creationId xmlns:a16="http://schemas.microsoft.com/office/drawing/2014/main" id="{1ACA6028-3C30-14CE-9C2C-13197FE08631}"/>
              </a:ext>
            </a:extLst>
          </p:cNvPr>
          <p:cNvGrpSpPr/>
          <p:nvPr/>
        </p:nvGrpSpPr>
        <p:grpSpPr>
          <a:xfrm>
            <a:off x="0" y="9351219"/>
            <a:ext cx="18288000" cy="935781"/>
            <a:chOff x="0" y="-57150"/>
            <a:chExt cx="4816593" cy="246461"/>
          </a:xfrm>
        </p:grpSpPr>
        <p:sp>
          <p:nvSpPr>
            <p:cNvPr id="193" name="Google Shape;193;p5">
              <a:extLst>
                <a:ext uri="{FF2B5EF4-FFF2-40B4-BE49-F238E27FC236}">
                  <a16:creationId xmlns:a16="http://schemas.microsoft.com/office/drawing/2014/main" id="{328BDA4F-CC12-DB43-8E8F-03703AADF953}"/>
                </a:ext>
              </a:extLst>
            </p:cNvPr>
            <p:cNvSpPr/>
            <p:nvPr/>
          </p:nvSpPr>
          <p:spPr>
            <a:xfrm>
              <a:off x="0" y="0"/>
              <a:ext cx="4816592" cy="189311"/>
            </a:xfrm>
            <a:custGeom>
              <a:avLst/>
              <a:gdLst/>
              <a:ahLst/>
              <a:cxnLst/>
              <a:rect l="l" t="t" r="r" b="b"/>
              <a:pathLst>
                <a:path w="4816592" h="189311" extrusionOk="0">
                  <a:moveTo>
                    <a:pt x="0" y="0"/>
                  </a:moveTo>
                  <a:lnTo>
                    <a:pt x="4816592" y="0"/>
                  </a:lnTo>
                  <a:lnTo>
                    <a:pt x="4816592" y="189311"/>
                  </a:lnTo>
                  <a:lnTo>
                    <a:pt x="0" y="189311"/>
                  </a:lnTo>
                  <a:close/>
                </a:path>
              </a:pathLst>
            </a:custGeom>
            <a:solidFill>
              <a:srgbClr val="272A38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4" name="Google Shape;194;p5">
              <a:extLst>
                <a:ext uri="{FF2B5EF4-FFF2-40B4-BE49-F238E27FC236}">
                  <a16:creationId xmlns:a16="http://schemas.microsoft.com/office/drawing/2014/main" id="{C88C3BBD-CBD5-313E-98D2-C39490E45802}"/>
                </a:ext>
              </a:extLst>
            </p:cNvPr>
            <p:cNvSpPr txBox="1"/>
            <p:nvPr/>
          </p:nvSpPr>
          <p:spPr>
            <a:xfrm>
              <a:off x="0" y="-57150"/>
              <a:ext cx="4816593" cy="2464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5" name="Google Shape;195;p5">
            <a:extLst>
              <a:ext uri="{FF2B5EF4-FFF2-40B4-BE49-F238E27FC236}">
                <a16:creationId xmlns:a16="http://schemas.microsoft.com/office/drawing/2014/main" id="{10E5E954-49CA-6D04-F97D-CDCA928179B8}"/>
              </a:ext>
            </a:extLst>
          </p:cNvPr>
          <p:cNvGrpSpPr/>
          <p:nvPr/>
        </p:nvGrpSpPr>
        <p:grpSpPr>
          <a:xfrm>
            <a:off x="-6189110" y="-7534167"/>
            <a:ext cx="26133391" cy="26171339"/>
            <a:chOff x="0" y="0"/>
            <a:chExt cx="34844521" cy="34895118"/>
          </a:xfrm>
        </p:grpSpPr>
        <p:sp>
          <p:nvSpPr>
            <p:cNvPr id="196" name="Google Shape;196;p5">
              <a:extLst>
                <a:ext uri="{FF2B5EF4-FFF2-40B4-BE49-F238E27FC236}">
                  <a16:creationId xmlns:a16="http://schemas.microsoft.com/office/drawing/2014/main" id="{4E0A405E-5308-3EF2-D737-8DB624C2FEB2}"/>
                </a:ext>
              </a:extLst>
            </p:cNvPr>
            <p:cNvSpPr/>
            <p:nvPr/>
          </p:nvSpPr>
          <p:spPr>
            <a:xfrm rot="-9088373">
              <a:off x="13956475" y="13224406"/>
              <a:ext cx="17504077" cy="18621359"/>
            </a:xfrm>
            <a:custGeom>
              <a:avLst/>
              <a:gdLst/>
              <a:ahLst/>
              <a:cxnLst/>
              <a:rect l="l" t="t" r="r" b="b"/>
              <a:pathLst>
                <a:path w="17504077" h="18621359" extrusionOk="0">
                  <a:moveTo>
                    <a:pt x="0" y="0"/>
                  </a:moveTo>
                  <a:lnTo>
                    <a:pt x="17504077" y="0"/>
                  </a:lnTo>
                  <a:lnTo>
                    <a:pt x="17504077" y="18621358"/>
                  </a:lnTo>
                  <a:lnTo>
                    <a:pt x="0" y="1862135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 amt="65999"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7" name="Google Shape;197;p5">
              <a:extLst>
                <a:ext uri="{FF2B5EF4-FFF2-40B4-BE49-F238E27FC236}">
                  <a16:creationId xmlns:a16="http://schemas.microsoft.com/office/drawing/2014/main" id="{3CF45AE0-2AAF-6051-00EA-05D1166CBA23}"/>
                </a:ext>
              </a:extLst>
            </p:cNvPr>
            <p:cNvSpPr/>
            <p:nvPr/>
          </p:nvSpPr>
          <p:spPr>
            <a:xfrm rot="1794495">
              <a:off x="2804490" y="2519802"/>
              <a:ext cx="14119029" cy="15020243"/>
            </a:xfrm>
            <a:custGeom>
              <a:avLst/>
              <a:gdLst/>
              <a:ahLst/>
              <a:cxnLst/>
              <a:rect l="l" t="t" r="r" b="b"/>
              <a:pathLst>
                <a:path w="14119029" h="15020243" extrusionOk="0">
                  <a:moveTo>
                    <a:pt x="0" y="0"/>
                  </a:moveTo>
                  <a:lnTo>
                    <a:pt x="14119029" y="0"/>
                  </a:lnTo>
                  <a:lnTo>
                    <a:pt x="14119029" y="15020243"/>
                  </a:lnTo>
                  <a:lnTo>
                    <a:pt x="0" y="1502024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 amt="55000"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02" name="Google Shape;202;p5">
            <a:extLst>
              <a:ext uri="{FF2B5EF4-FFF2-40B4-BE49-F238E27FC236}">
                <a16:creationId xmlns:a16="http://schemas.microsoft.com/office/drawing/2014/main" id="{F9A1D722-C1BD-4A29-981B-CAB31000C048}"/>
              </a:ext>
            </a:extLst>
          </p:cNvPr>
          <p:cNvSpPr txBox="1"/>
          <p:nvPr/>
        </p:nvSpPr>
        <p:spPr>
          <a:xfrm>
            <a:off x="1028699" y="3062643"/>
            <a:ext cx="14796007" cy="331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15901" marR="0" lvl="1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2000"/>
            </a:pPr>
            <a:r>
              <a:rPr lang="en-US" sz="4000" dirty="0">
                <a:solidFill>
                  <a:srgbClr val="D8D8D8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Ray, show web1</a:t>
            </a:r>
          </a:p>
          <a:p>
            <a:pPr marL="431801" lvl="8" indent="-215900">
              <a:lnSpc>
                <a:spcPct val="140000"/>
              </a:lnSpc>
              <a:buClr>
                <a:srgbClr val="D8D8D8"/>
              </a:buClr>
              <a:buSzPts val="2000"/>
              <a:buFont typeface="Arial"/>
              <a:buChar char="•"/>
            </a:pPr>
            <a:endParaRPr lang="en-US" sz="4000" b="0" i="0" u="none" strike="noStrike" cap="none" dirty="0">
              <a:solidFill>
                <a:srgbClr val="D8D8D8"/>
              </a:solidFill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"/>
            </a:endParaRPr>
          </a:p>
          <a:p>
            <a:pPr marL="431801" marR="0" lvl="1" indent="-2159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2000"/>
              <a:buFont typeface="Arial"/>
              <a:buChar char="•"/>
            </a:pPr>
            <a:endParaRPr lang="en-US" sz="4000" b="0" i="0" u="none" strike="noStrike" cap="none" dirty="0">
              <a:solidFill>
                <a:srgbClr val="D8D8D8"/>
              </a:solidFill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"/>
            </a:endParaRPr>
          </a:p>
          <a:p>
            <a:pPr marL="431801" marR="0" lvl="1" indent="-2159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2000"/>
              <a:buFont typeface="Arial"/>
              <a:buChar char="•"/>
            </a:pPr>
            <a:endParaRPr lang="en-US" sz="2000" b="0" i="0" u="none" strike="noStrike" cap="none" dirty="0">
              <a:solidFill>
                <a:srgbClr val="D8D8D8"/>
              </a:solidFill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"/>
            </a:endParaRPr>
          </a:p>
          <a:p>
            <a:pPr marL="431801" marR="0" lvl="1" indent="-2159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2000"/>
              <a:buFont typeface="Arial"/>
              <a:buChar char="•"/>
            </a:pPr>
            <a:endParaRPr lang="en-US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04" name="Google Shape;204;p5">
            <a:extLst>
              <a:ext uri="{FF2B5EF4-FFF2-40B4-BE49-F238E27FC236}">
                <a16:creationId xmlns:a16="http://schemas.microsoft.com/office/drawing/2014/main" id="{7B0F6D79-549C-60EE-068D-361A125BBE1B}"/>
              </a:ext>
            </a:extLst>
          </p:cNvPr>
          <p:cNvSpPr txBox="1"/>
          <p:nvPr/>
        </p:nvSpPr>
        <p:spPr>
          <a:xfrm>
            <a:off x="1028699" y="1535938"/>
            <a:ext cx="13483713" cy="1154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dirty="0">
                <a:solidFill>
                  <a:srgbClr val="F6F6F6"/>
                </a:solidFill>
                <a:latin typeface="Poppins"/>
                <a:cs typeface="Poppins"/>
                <a:sym typeface="Poppins"/>
              </a:rPr>
              <a:t>Demo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7538600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>
          <a:extLst>
            <a:ext uri="{FF2B5EF4-FFF2-40B4-BE49-F238E27FC236}">
              <a16:creationId xmlns:a16="http://schemas.microsoft.com/office/drawing/2014/main" id="{16141345-BE2B-259A-6455-2C2DECE756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5">
            <a:extLst>
              <a:ext uri="{FF2B5EF4-FFF2-40B4-BE49-F238E27FC236}">
                <a16:creationId xmlns:a16="http://schemas.microsoft.com/office/drawing/2014/main" id="{6CFC647D-A1D1-CC93-C481-2E455916676A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17591" b="-17591"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192" name="Google Shape;192;p5">
            <a:extLst>
              <a:ext uri="{FF2B5EF4-FFF2-40B4-BE49-F238E27FC236}">
                <a16:creationId xmlns:a16="http://schemas.microsoft.com/office/drawing/2014/main" id="{CD822FEF-10B1-6300-B53F-0D9AADE82CD2}"/>
              </a:ext>
            </a:extLst>
          </p:cNvPr>
          <p:cNvGrpSpPr/>
          <p:nvPr/>
        </p:nvGrpSpPr>
        <p:grpSpPr>
          <a:xfrm>
            <a:off x="0" y="9351219"/>
            <a:ext cx="18288000" cy="935781"/>
            <a:chOff x="0" y="-57150"/>
            <a:chExt cx="4816593" cy="246461"/>
          </a:xfrm>
        </p:grpSpPr>
        <p:sp>
          <p:nvSpPr>
            <p:cNvPr id="193" name="Google Shape;193;p5">
              <a:extLst>
                <a:ext uri="{FF2B5EF4-FFF2-40B4-BE49-F238E27FC236}">
                  <a16:creationId xmlns:a16="http://schemas.microsoft.com/office/drawing/2014/main" id="{633FF30D-A676-CCA1-845B-8FBED06F9E97}"/>
                </a:ext>
              </a:extLst>
            </p:cNvPr>
            <p:cNvSpPr/>
            <p:nvPr/>
          </p:nvSpPr>
          <p:spPr>
            <a:xfrm>
              <a:off x="0" y="0"/>
              <a:ext cx="4816592" cy="189311"/>
            </a:xfrm>
            <a:custGeom>
              <a:avLst/>
              <a:gdLst/>
              <a:ahLst/>
              <a:cxnLst/>
              <a:rect l="l" t="t" r="r" b="b"/>
              <a:pathLst>
                <a:path w="4816592" h="189311" extrusionOk="0">
                  <a:moveTo>
                    <a:pt x="0" y="0"/>
                  </a:moveTo>
                  <a:lnTo>
                    <a:pt x="4816592" y="0"/>
                  </a:lnTo>
                  <a:lnTo>
                    <a:pt x="4816592" y="189311"/>
                  </a:lnTo>
                  <a:lnTo>
                    <a:pt x="0" y="189311"/>
                  </a:lnTo>
                  <a:close/>
                </a:path>
              </a:pathLst>
            </a:custGeom>
            <a:solidFill>
              <a:srgbClr val="272A38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4" name="Google Shape;194;p5">
              <a:extLst>
                <a:ext uri="{FF2B5EF4-FFF2-40B4-BE49-F238E27FC236}">
                  <a16:creationId xmlns:a16="http://schemas.microsoft.com/office/drawing/2014/main" id="{CCE89100-5DBA-0835-AA56-88FC808AF16D}"/>
                </a:ext>
              </a:extLst>
            </p:cNvPr>
            <p:cNvSpPr txBox="1"/>
            <p:nvPr/>
          </p:nvSpPr>
          <p:spPr>
            <a:xfrm>
              <a:off x="0" y="-57150"/>
              <a:ext cx="4816593" cy="2464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5" name="Google Shape;195;p5">
            <a:extLst>
              <a:ext uri="{FF2B5EF4-FFF2-40B4-BE49-F238E27FC236}">
                <a16:creationId xmlns:a16="http://schemas.microsoft.com/office/drawing/2014/main" id="{0368E526-C78A-F456-69D5-77EFD86F1A5E}"/>
              </a:ext>
            </a:extLst>
          </p:cNvPr>
          <p:cNvGrpSpPr/>
          <p:nvPr/>
        </p:nvGrpSpPr>
        <p:grpSpPr>
          <a:xfrm>
            <a:off x="-6189110" y="-7534167"/>
            <a:ext cx="26133391" cy="26171339"/>
            <a:chOff x="0" y="0"/>
            <a:chExt cx="34844521" cy="34895118"/>
          </a:xfrm>
        </p:grpSpPr>
        <p:sp>
          <p:nvSpPr>
            <p:cNvPr id="196" name="Google Shape;196;p5">
              <a:extLst>
                <a:ext uri="{FF2B5EF4-FFF2-40B4-BE49-F238E27FC236}">
                  <a16:creationId xmlns:a16="http://schemas.microsoft.com/office/drawing/2014/main" id="{8FA18F7C-9718-7AA8-6BA8-73E87AD0B6D4}"/>
                </a:ext>
              </a:extLst>
            </p:cNvPr>
            <p:cNvSpPr/>
            <p:nvPr/>
          </p:nvSpPr>
          <p:spPr>
            <a:xfrm rot="-9088373">
              <a:off x="13956475" y="13224406"/>
              <a:ext cx="17504077" cy="18621359"/>
            </a:xfrm>
            <a:custGeom>
              <a:avLst/>
              <a:gdLst/>
              <a:ahLst/>
              <a:cxnLst/>
              <a:rect l="l" t="t" r="r" b="b"/>
              <a:pathLst>
                <a:path w="17504077" h="18621359" extrusionOk="0">
                  <a:moveTo>
                    <a:pt x="0" y="0"/>
                  </a:moveTo>
                  <a:lnTo>
                    <a:pt x="17504077" y="0"/>
                  </a:lnTo>
                  <a:lnTo>
                    <a:pt x="17504077" y="18621358"/>
                  </a:lnTo>
                  <a:lnTo>
                    <a:pt x="0" y="1862135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 amt="65999"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7" name="Google Shape;197;p5">
              <a:extLst>
                <a:ext uri="{FF2B5EF4-FFF2-40B4-BE49-F238E27FC236}">
                  <a16:creationId xmlns:a16="http://schemas.microsoft.com/office/drawing/2014/main" id="{C79FE9F5-9486-77A2-B091-F90A5C5F5BA2}"/>
                </a:ext>
              </a:extLst>
            </p:cNvPr>
            <p:cNvSpPr/>
            <p:nvPr/>
          </p:nvSpPr>
          <p:spPr>
            <a:xfrm rot="1794495">
              <a:off x="2804490" y="2519802"/>
              <a:ext cx="14119029" cy="15020243"/>
            </a:xfrm>
            <a:custGeom>
              <a:avLst/>
              <a:gdLst/>
              <a:ahLst/>
              <a:cxnLst/>
              <a:rect l="l" t="t" r="r" b="b"/>
              <a:pathLst>
                <a:path w="14119029" h="15020243" extrusionOk="0">
                  <a:moveTo>
                    <a:pt x="0" y="0"/>
                  </a:moveTo>
                  <a:lnTo>
                    <a:pt x="14119029" y="0"/>
                  </a:lnTo>
                  <a:lnTo>
                    <a:pt x="14119029" y="15020243"/>
                  </a:lnTo>
                  <a:lnTo>
                    <a:pt x="0" y="1502024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 amt="55000"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02" name="Google Shape;202;p5">
            <a:extLst>
              <a:ext uri="{FF2B5EF4-FFF2-40B4-BE49-F238E27FC236}">
                <a16:creationId xmlns:a16="http://schemas.microsoft.com/office/drawing/2014/main" id="{97F2F61F-27CE-0FF7-FD63-148D9ACFBE17}"/>
              </a:ext>
            </a:extLst>
          </p:cNvPr>
          <p:cNvSpPr txBox="1"/>
          <p:nvPr/>
        </p:nvSpPr>
        <p:spPr>
          <a:xfrm>
            <a:off x="1028699" y="3062643"/>
            <a:ext cx="14796007" cy="59031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31801" lvl="8" indent="-215900">
              <a:lnSpc>
                <a:spcPct val="140000"/>
              </a:lnSpc>
              <a:buClr>
                <a:srgbClr val="D8D8D8"/>
              </a:buClr>
              <a:buSzPts val="2000"/>
              <a:buFont typeface="Arial"/>
              <a:buChar char="•"/>
            </a:pPr>
            <a:r>
              <a:rPr lang="en-US" sz="4000" dirty="0">
                <a:solidFill>
                  <a:srgbClr val="D8D8D8"/>
                </a:solidFill>
                <a:latin typeface="Poppins"/>
                <a:ea typeface="Poppins"/>
                <a:cs typeface="Poppins"/>
                <a:sym typeface="Poppins"/>
              </a:rPr>
              <a:t>Available via modules</a:t>
            </a:r>
          </a:p>
          <a:p>
            <a:pPr marL="431801" lvl="8" indent="-215900">
              <a:lnSpc>
                <a:spcPct val="140000"/>
              </a:lnSpc>
              <a:buClr>
                <a:srgbClr val="D8D8D8"/>
              </a:buClr>
              <a:buSzPts val="2000"/>
              <a:buFont typeface="Arial"/>
              <a:buChar char="•"/>
            </a:pPr>
            <a:r>
              <a:rPr lang="en-US" sz="4000" b="0" i="0" u="none" strike="noStrike" cap="none" dirty="0">
                <a:solidFill>
                  <a:srgbClr val="D8D8D8"/>
                </a:solidFill>
                <a:latin typeface="Poppins"/>
                <a:ea typeface="Poppins"/>
                <a:cs typeface="Poppins"/>
                <a:sym typeface="Poppins"/>
              </a:rPr>
              <a:t>Derby, </a:t>
            </a:r>
            <a:r>
              <a:rPr lang="en-US" sz="4000" b="0" i="0" u="none" strike="noStrike" cap="none" dirty="0" err="1">
                <a:solidFill>
                  <a:srgbClr val="D8D8D8"/>
                </a:solidFill>
                <a:latin typeface="Poppins"/>
                <a:ea typeface="Poppins"/>
                <a:cs typeface="Poppins"/>
                <a:sym typeface="Poppins"/>
              </a:rPr>
              <a:t>HyperSQL</a:t>
            </a:r>
            <a:r>
              <a:rPr lang="en-US" sz="4000" b="0" i="0" u="none" strike="noStrike" cap="none" dirty="0">
                <a:solidFill>
                  <a:srgbClr val="D8D8D8"/>
                </a:solidFill>
                <a:latin typeface="Poppins"/>
                <a:ea typeface="Poppins"/>
                <a:cs typeface="Poppins"/>
                <a:sym typeface="Poppins"/>
              </a:rPr>
              <a:t>, MySQL, MariaDB, SQL Server, Oracle, PostgreSQL, </a:t>
            </a:r>
            <a:r>
              <a:rPr lang="en-US" sz="4000" b="0" i="0" u="none" strike="noStrike" cap="none" dirty="0" err="1">
                <a:solidFill>
                  <a:srgbClr val="D8D8D8"/>
                </a:solidFill>
                <a:latin typeface="Poppins"/>
                <a:ea typeface="Poppins"/>
                <a:cs typeface="Poppins"/>
                <a:sym typeface="Poppins"/>
              </a:rPr>
              <a:t>SQLIte</a:t>
            </a:r>
            <a:endParaRPr lang="en-US" sz="4000" b="0" i="0" u="none" strike="noStrike" cap="none" dirty="0">
              <a:solidFill>
                <a:srgbClr val="D8D8D8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31801" lvl="8" indent="-215900">
              <a:lnSpc>
                <a:spcPct val="140000"/>
              </a:lnSpc>
              <a:buClr>
                <a:srgbClr val="D8D8D8"/>
              </a:buClr>
              <a:buSzPts val="2000"/>
              <a:buFont typeface="Arial"/>
              <a:buChar char="•"/>
            </a:pPr>
            <a:r>
              <a:rPr lang="en-US" sz="4000" dirty="0">
                <a:solidFill>
                  <a:srgbClr val="D8D8D8"/>
                </a:solidFill>
                <a:latin typeface="Consolas" panose="020B0609020204030204" pitchFamily="49" charset="0"/>
                <a:ea typeface="Poppins"/>
                <a:cs typeface="Poppins"/>
                <a:sym typeface="Poppins"/>
              </a:rPr>
              <a:t>install-bx-module bx-</a:t>
            </a:r>
            <a:r>
              <a:rPr lang="en-US" sz="4000" dirty="0" err="1">
                <a:solidFill>
                  <a:srgbClr val="D8D8D8"/>
                </a:solidFill>
                <a:latin typeface="Consolas" panose="020B0609020204030204" pitchFamily="49" charset="0"/>
                <a:ea typeface="Poppins"/>
                <a:cs typeface="Poppins"/>
                <a:sym typeface="Poppins"/>
              </a:rPr>
              <a:t>mysql</a:t>
            </a:r>
            <a:endParaRPr lang="en-US" sz="4000" b="0" i="0" u="none" strike="noStrike" cap="none" dirty="0">
              <a:solidFill>
                <a:srgbClr val="D8D8D8"/>
              </a:solidFill>
              <a:latin typeface="Consolas" panose="020B0609020204030204" pitchFamily="49" charset="0"/>
              <a:ea typeface="Poppins"/>
              <a:cs typeface="Poppins"/>
              <a:sym typeface="Poppins"/>
            </a:endParaRPr>
          </a:p>
          <a:p>
            <a:pPr marL="431801" lvl="8" indent="-215900">
              <a:lnSpc>
                <a:spcPct val="140000"/>
              </a:lnSpc>
              <a:buClr>
                <a:srgbClr val="D8D8D8"/>
              </a:buClr>
              <a:buSzPts val="2000"/>
              <a:buFont typeface="Arial"/>
              <a:buChar char="•"/>
            </a:pPr>
            <a:endParaRPr lang="en-US" sz="4000" b="0" i="0" u="none" strike="noStrike" cap="none" dirty="0">
              <a:solidFill>
                <a:srgbClr val="D8D8D8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31801" marR="0" lvl="1" indent="-2159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2000"/>
              <a:buFont typeface="Arial"/>
              <a:buChar char="•"/>
            </a:pPr>
            <a:endParaRPr lang="en-US" sz="4000" b="0" i="0" u="none" strike="noStrike" cap="none" dirty="0">
              <a:solidFill>
                <a:srgbClr val="D8D8D8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31801" marR="0" lvl="1" indent="-2159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2000"/>
              <a:buFont typeface="Arial"/>
              <a:buChar char="•"/>
            </a:pPr>
            <a:endParaRPr lang="en-US" sz="2000" b="0" i="0" u="none" strike="noStrike" cap="none" dirty="0">
              <a:solidFill>
                <a:srgbClr val="D8D8D8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31801" marR="0" lvl="1" indent="-2159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2000"/>
              <a:buFont typeface="Arial"/>
              <a:buChar char="•"/>
            </a:pPr>
            <a:endParaRPr lang="en-US" dirty="0"/>
          </a:p>
        </p:txBody>
      </p:sp>
      <p:sp>
        <p:nvSpPr>
          <p:cNvPr id="204" name="Google Shape;204;p5">
            <a:extLst>
              <a:ext uri="{FF2B5EF4-FFF2-40B4-BE49-F238E27FC236}">
                <a16:creationId xmlns:a16="http://schemas.microsoft.com/office/drawing/2014/main" id="{EC301D62-8CAB-FCE5-142F-D95EFAE873EB}"/>
              </a:ext>
            </a:extLst>
          </p:cNvPr>
          <p:cNvSpPr txBox="1"/>
          <p:nvPr/>
        </p:nvSpPr>
        <p:spPr>
          <a:xfrm>
            <a:off x="1028699" y="1535938"/>
            <a:ext cx="13483713" cy="1154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dirty="0">
                <a:solidFill>
                  <a:srgbClr val="F6F6F6"/>
                </a:solidFill>
                <a:latin typeface="Poppins"/>
                <a:cs typeface="Poppins"/>
                <a:sym typeface="Poppins"/>
              </a:rPr>
              <a:t>Databases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816908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>
          <a:extLst>
            <a:ext uri="{FF2B5EF4-FFF2-40B4-BE49-F238E27FC236}">
              <a16:creationId xmlns:a16="http://schemas.microsoft.com/office/drawing/2014/main" id="{ABEDFD08-072D-2BA9-D064-DAA3B53F08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5">
            <a:extLst>
              <a:ext uri="{FF2B5EF4-FFF2-40B4-BE49-F238E27FC236}">
                <a16:creationId xmlns:a16="http://schemas.microsoft.com/office/drawing/2014/main" id="{C9CD5AB9-4D0C-7794-E1E2-59840E378486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17591" b="-17591"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192" name="Google Shape;192;p5">
            <a:extLst>
              <a:ext uri="{FF2B5EF4-FFF2-40B4-BE49-F238E27FC236}">
                <a16:creationId xmlns:a16="http://schemas.microsoft.com/office/drawing/2014/main" id="{91704AE7-0601-A881-76A7-871E1B2FD2E3}"/>
              </a:ext>
            </a:extLst>
          </p:cNvPr>
          <p:cNvGrpSpPr/>
          <p:nvPr/>
        </p:nvGrpSpPr>
        <p:grpSpPr>
          <a:xfrm>
            <a:off x="0" y="9351219"/>
            <a:ext cx="18288000" cy="935781"/>
            <a:chOff x="0" y="-57150"/>
            <a:chExt cx="4816593" cy="246461"/>
          </a:xfrm>
        </p:grpSpPr>
        <p:sp>
          <p:nvSpPr>
            <p:cNvPr id="193" name="Google Shape;193;p5">
              <a:extLst>
                <a:ext uri="{FF2B5EF4-FFF2-40B4-BE49-F238E27FC236}">
                  <a16:creationId xmlns:a16="http://schemas.microsoft.com/office/drawing/2014/main" id="{C7C26F5E-5ECC-C20C-2704-8B58C61B2116}"/>
                </a:ext>
              </a:extLst>
            </p:cNvPr>
            <p:cNvSpPr/>
            <p:nvPr/>
          </p:nvSpPr>
          <p:spPr>
            <a:xfrm>
              <a:off x="0" y="0"/>
              <a:ext cx="4816592" cy="189311"/>
            </a:xfrm>
            <a:custGeom>
              <a:avLst/>
              <a:gdLst/>
              <a:ahLst/>
              <a:cxnLst/>
              <a:rect l="l" t="t" r="r" b="b"/>
              <a:pathLst>
                <a:path w="4816592" h="189311" extrusionOk="0">
                  <a:moveTo>
                    <a:pt x="0" y="0"/>
                  </a:moveTo>
                  <a:lnTo>
                    <a:pt x="4816592" y="0"/>
                  </a:lnTo>
                  <a:lnTo>
                    <a:pt x="4816592" y="189311"/>
                  </a:lnTo>
                  <a:lnTo>
                    <a:pt x="0" y="189311"/>
                  </a:lnTo>
                  <a:close/>
                </a:path>
              </a:pathLst>
            </a:custGeom>
            <a:solidFill>
              <a:srgbClr val="272A38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4" name="Google Shape;194;p5">
              <a:extLst>
                <a:ext uri="{FF2B5EF4-FFF2-40B4-BE49-F238E27FC236}">
                  <a16:creationId xmlns:a16="http://schemas.microsoft.com/office/drawing/2014/main" id="{5EA97BC5-34F7-5B3E-E776-43763CFC6A97}"/>
                </a:ext>
              </a:extLst>
            </p:cNvPr>
            <p:cNvSpPr txBox="1"/>
            <p:nvPr/>
          </p:nvSpPr>
          <p:spPr>
            <a:xfrm>
              <a:off x="0" y="-57150"/>
              <a:ext cx="4816593" cy="2464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5" name="Google Shape;195;p5">
            <a:extLst>
              <a:ext uri="{FF2B5EF4-FFF2-40B4-BE49-F238E27FC236}">
                <a16:creationId xmlns:a16="http://schemas.microsoft.com/office/drawing/2014/main" id="{59D80766-8C5B-0A3F-A099-974169E912DD}"/>
              </a:ext>
            </a:extLst>
          </p:cNvPr>
          <p:cNvGrpSpPr/>
          <p:nvPr/>
        </p:nvGrpSpPr>
        <p:grpSpPr>
          <a:xfrm>
            <a:off x="-6189110" y="-7534167"/>
            <a:ext cx="26133391" cy="26171339"/>
            <a:chOff x="0" y="0"/>
            <a:chExt cx="34844521" cy="34895118"/>
          </a:xfrm>
        </p:grpSpPr>
        <p:sp>
          <p:nvSpPr>
            <p:cNvPr id="196" name="Google Shape;196;p5">
              <a:extLst>
                <a:ext uri="{FF2B5EF4-FFF2-40B4-BE49-F238E27FC236}">
                  <a16:creationId xmlns:a16="http://schemas.microsoft.com/office/drawing/2014/main" id="{70513F0C-31A0-8452-5907-A1CD8FAC4917}"/>
                </a:ext>
              </a:extLst>
            </p:cNvPr>
            <p:cNvSpPr/>
            <p:nvPr/>
          </p:nvSpPr>
          <p:spPr>
            <a:xfrm rot="-9088373">
              <a:off x="13956475" y="13224406"/>
              <a:ext cx="17504077" cy="18621359"/>
            </a:xfrm>
            <a:custGeom>
              <a:avLst/>
              <a:gdLst/>
              <a:ahLst/>
              <a:cxnLst/>
              <a:rect l="l" t="t" r="r" b="b"/>
              <a:pathLst>
                <a:path w="17504077" h="18621359" extrusionOk="0">
                  <a:moveTo>
                    <a:pt x="0" y="0"/>
                  </a:moveTo>
                  <a:lnTo>
                    <a:pt x="17504077" y="0"/>
                  </a:lnTo>
                  <a:lnTo>
                    <a:pt x="17504077" y="18621358"/>
                  </a:lnTo>
                  <a:lnTo>
                    <a:pt x="0" y="1862135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 amt="65999"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7" name="Google Shape;197;p5">
              <a:extLst>
                <a:ext uri="{FF2B5EF4-FFF2-40B4-BE49-F238E27FC236}">
                  <a16:creationId xmlns:a16="http://schemas.microsoft.com/office/drawing/2014/main" id="{5FE4C642-CE00-F602-5924-B50F352CFFEB}"/>
                </a:ext>
              </a:extLst>
            </p:cNvPr>
            <p:cNvSpPr/>
            <p:nvPr/>
          </p:nvSpPr>
          <p:spPr>
            <a:xfrm rot="1794495">
              <a:off x="2804490" y="2519802"/>
              <a:ext cx="14119029" cy="15020243"/>
            </a:xfrm>
            <a:custGeom>
              <a:avLst/>
              <a:gdLst/>
              <a:ahLst/>
              <a:cxnLst/>
              <a:rect l="l" t="t" r="r" b="b"/>
              <a:pathLst>
                <a:path w="14119029" h="15020243" extrusionOk="0">
                  <a:moveTo>
                    <a:pt x="0" y="0"/>
                  </a:moveTo>
                  <a:lnTo>
                    <a:pt x="14119029" y="0"/>
                  </a:lnTo>
                  <a:lnTo>
                    <a:pt x="14119029" y="15020243"/>
                  </a:lnTo>
                  <a:lnTo>
                    <a:pt x="0" y="1502024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 amt="55000"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02" name="Google Shape;202;p5">
            <a:extLst>
              <a:ext uri="{FF2B5EF4-FFF2-40B4-BE49-F238E27FC236}">
                <a16:creationId xmlns:a16="http://schemas.microsoft.com/office/drawing/2014/main" id="{B2BBAE69-5880-F619-B438-A04E38173AB0}"/>
              </a:ext>
            </a:extLst>
          </p:cNvPr>
          <p:cNvSpPr txBox="1"/>
          <p:nvPr/>
        </p:nvSpPr>
        <p:spPr>
          <a:xfrm>
            <a:off x="1028699" y="3062643"/>
            <a:ext cx="14796007" cy="59031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31801" lvl="8" indent="-215900">
              <a:lnSpc>
                <a:spcPct val="140000"/>
              </a:lnSpc>
              <a:buClr>
                <a:srgbClr val="D8D8D8"/>
              </a:buClr>
              <a:buSzPts val="2000"/>
              <a:buFont typeface="Arial"/>
              <a:buChar char="•"/>
            </a:pPr>
            <a:r>
              <a:rPr lang="en-US" sz="4000" dirty="0">
                <a:solidFill>
                  <a:srgbClr val="D8D8D8"/>
                </a:solidFill>
                <a:latin typeface="Poppins"/>
                <a:ea typeface="Poppins"/>
                <a:cs typeface="Poppins"/>
                <a:sym typeface="Poppins"/>
              </a:rPr>
              <a:t>Define connection parameters for your database</a:t>
            </a:r>
          </a:p>
          <a:p>
            <a:pPr marL="431801" lvl="8" indent="-215900">
              <a:lnSpc>
                <a:spcPct val="140000"/>
              </a:lnSpc>
              <a:buClr>
                <a:srgbClr val="D8D8D8"/>
              </a:buClr>
              <a:buSzPts val="2000"/>
              <a:buFont typeface="Arial"/>
              <a:buChar char="•"/>
            </a:pPr>
            <a:r>
              <a:rPr lang="en-US" sz="4000" b="0" i="0" u="none" strike="noStrike" cap="none" dirty="0">
                <a:solidFill>
                  <a:srgbClr val="D8D8D8"/>
                </a:solidFill>
                <a:latin typeface="Poppins"/>
                <a:ea typeface="Poppins"/>
                <a:cs typeface="Poppins"/>
                <a:sym typeface="Poppins"/>
              </a:rPr>
              <a:t>Defined inline</a:t>
            </a:r>
          </a:p>
          <a:p>
            <a:pPr marL="431801" lvl="8" indent="-215900">
              <a:lnSpc>
                <a:spcPct val="140000"/>
              </a:lnSpc>
              <a:buClr>
                <a:srgbClr val="D8D8D8"/>
              </a:buClr>
              <a:buSzPts val="2000"/>
              <a:buFont typeface="Arial"/>
              <a:buChar char="•"/>
            </a:pPr>
            <a:r>
              <a:rPr lang="en-US" sz="4000" dirty="0">
                <a:solidFill>
                  <a:srgbClr val="D8D8D8"/>
                </a:solidFill>
                <a:latin typeface="Poppins"/>
                <a:ea typeface="Poppins"/>
                <a:cs typeface="Poppins"/>
                <a:sym typeface="Poppins"/>
              </a:rPr>
              <a:t>Defined in </a:t>
            </a:r>
            <a:r>
              <a:rPr lang="en-US" sz="4000" dirty="0" err="1">
                <a:solidFill>
                  <a:srgbClr val="D8D8D8"/>
                </a:solidFill>
                <a:latin typeface="Poppins"/>
                <a:ea typeface="Poppins"/>
                <a:cs typeface="Poppins"/>
                <a:sym typeface="Poppins"/>
              </a:rPr>
              <a:t>Application.bx</a:t>
            </a:r>
            <a:endParaRPr lang="en-US" sz="4000" dirty="0">
              <a:solidFill>
                <a:srgbClr val="D8D8D8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31801" lvl="8" indent="-215900">
              <a:lnSpc>
                <a:spcPct val="140000"/>
              </a:lnSpc>
              <a:buClr>
                <a:srgbClr val="D8D8D8"/>
              </a:buClr>
              <a:buSzPts val="2000"/>
              <a:buFont typeface="Arial"/>
              <a:buChar char="•"/>
            </a:pPr>
            <a:r>
              <a:rPr lang="en-US" sz="4000" b="0" i="0" u="none" strike="noStrike" cap="none" dirty="0">
                <a:solidFill>
                  <a:srgbClr val="D8D8D8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Defined in server configuration</a:t>
            </a:r>
          </a:p>
          <a:p>
            <a:pPr marL="431801" lvl="8" indent="-215900">
              <a:lnSpc>
                <a:spcPct val="140000"/>
              </a:lnSpc>
              <a:buClr>
                <a:srgbClr val="D8D8D8"/>
              </a:buClr>
              <a:buSzPts val="2000"/>
              <a:buFont typeface="Arial"/>
              <a:buChar char="•"/>
            </a:pPr>
            <a:endParaRPr lang="en-US" sz="4000" b="0" i="0" u="none" strike="noStrike" cap="none" dirty="0">
              <a:solidFill>
                <a:srgbClr val="D8D8D8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31801" marR="0" lvl="1" indent="-2159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2000"/>
              <a:buFont typeface="Arial"/>
              <a:buChar char="•"/>
            </a:pPr>
            <a:endParaRPr lang="en-US" sz="4000" b="0" i="0" u="none" strike="noStrike" cap="none" dirty="0">
              <a:solidFill>
                <a:srgbClr val="D8D8D8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31801" marR="0" lvl="1" indent="-2159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2000"/>
              <a:buFont typeface="Arial"/>
              <a:buChar char="•"/>
            </a:pPr>
            <a:endParaRPr lang="en-US" sz="2000" b="0" i="0" u="none" strike="noStrike" cap="none" dirty="0">
              <a:solidFill>
                <a:srgbClr val="D8D8D8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31801" marR="0" lvl="1" indent="-2159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2000"/>
              <a:buFont typeface="Arial"/>
              <a:buChar char="•"/>
            </a:pPr>
            <a:endParaRPr lang="en-US" dirty="0"/>
          </a:p>
        </p:txBody>
      </p:sp>
      <p:sp>
        <p:nvSpPr>
          <p:cNvPr id="204" name="Google Shape;204;p5">
            <a:extLst>
              <a:ext uri="{FF2B5EF4-FFF2-40B4-BE49-F238E27FC236}">
                <a16:creationId xmlns:a16="http://schemas.microsoft.com/office/drawing/2014/main" id="{03F96FC4-4AE3-F967-30A3-B9324D570DB4}"/>
              </a:ext>
            </a:extLst>
          </p:cNvPr>
          <p:cNvSpPr txBox="1"/>
          <p:nvPr/>
        </p:nvSpPr>
        <p:spPr>
          <a:xfrm>
            <a:off x="1028699" y="1535938"/>
            <a:ext cx="13483713" cy="1154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dirty="0" err="1">
                <a:solidFill>
                  <a:srgbClr val="F6F6F6"/>
                </a:solidFill>
                <a:latin typeface="Poppins"/>
                <a:cs typeface="Poppins"/>
                <a:sym typeface="Poppins"/>
              </a:rPr>
              <a:t>Datasources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857327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>
          <a:extLst>
            <a:ext uri="{FF2B5EF4-FFF2-40B4-BE49-F238E27FC236}">
              <a16:creationId xmlns:a16="http://schemas.microsoft.com/office/drawing/2014/main" id="{AD2ED12A-A2FE-E8A0-2892-2891398D97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5">
            <a:extLst>
              <a:ext uri="{FF2B5EF4-FFF2-40B4-BE49-F238E27FC236}">
                <a16:creationId xmlns:a16="http://schemas.microsoft.com/office/drawing/2014/main" id="{B010A8A5-8498-C7DA-21F3-38E28DABFA01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17591" b="-17591"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192" name="Google Shape;192;p5">
            <a:extLst>
              <a:ext uri="{FF2B5EF4-FFF2-40B4-BE49-F238E27FC236}">
                <a16:creationId xmlns:a16="http://schemas.microsoft.com/office/drawing/2014/main" id="{2CE04F42-2940-79B3-1573-8357D11CDEF7}"/>
              </a:ext>
            </a:extLst>
          </p:cNvPr>
          <p:cNvGrpSpPr/>
          <p:nvPr/>
        </p:nvGrpSpPr>
        <p:grpSpPr>
          <a:xfrm>
            <a:off x="0" y="9351219"/>
            <a:ext cx="18288000" cy="935781"/>
            <a:chOff x="0" y="-57150"/>
            <a:chExt cx="4816593" cy="246461"/>
          </a:xfrm>
        </p:grpSpPr>
        <p:sp>
          <p:nvSpPr>
            <p:cNvPr id="193" name="Google Shape;193;p5">
              <a:extLst>
                <a:ext uri="{FF2B5EF4-FFF2-40B4-BE49-F238E27FC236}">
                  <a16:creationId xmlns:a16="http://schemas.microsoft.com/office/drawing/2014/main" id="{DFF51B38-2D30-9269-5427-933E295E240E}"/>
                </a:ext>
              </a:extLst>
            </p:cNvPr>
            <p:cNvSpPr/>
            <p:nvPr/>
          </p:nvSpPr>
          <p:spPr>
            <a:xfrm>
              <a:off x="0" y="0"/>
              <a:ext cx="4816592" cy="189311"/>
            </a:xfrm>
            <a:custGeom>
              <a:avLst/>
              <a:gdLst/>
              <a:ahLst/>
              <a:cxnLst/>
              <a:rect l="l" t="t" r="r" b="b"/>
              <a:pathLst>
                <a:path w="4816592" h="189311" extrusionOk="0">
                  <a:moveTo>
                    <a:pt x="0" y="0"/>
                  </a:moveTo>
                  <a:lnTo>
                    <a:pt x="4816592" y="0"/>
                  </a:lnTo>
                  <a:lnTo>
                    <a:pt x="4816592" y="189311"/>
                  </a:lnTo>
                  <a:lnTo>
                    <a:pt x="0" y="189311"/>
                  </a:lnTo>
                  <a:close/>
                </a:path>
              </a:pathLst>
            </a:custGeom>
            <a:solidFill>
              <a:srgbClr val="272A38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4" name="Google Shape;194;p5">
              <a:extLst>
                <a:ext uri="{FF2B5EF4-FFF2-40B4-BE49-F238E27FC236}">
                  <a16:creationId xmlns:a16="http://schemas.microsoft.com/office/drawing/2014/main" id="{4C6193D2-2EAC-57E7-5627-B3D62CB8A597}"/>
                </a:ext>
              </a:extLst>
            </p:cNvPr>
            <p:cNvSpPr txBox="1"/>
            <p:nvPr/>
          </p:nvSpPr>
          <p:spPr>
            <a:xfrm>
              <a:off x="0" y="-57150"/>
              <a:ext cx="4816593" cy="2464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5" name="Google Shape;195;p5">
            <a:extLst>
              <a:ext uri="{FF2B5EF4-FFF2-40B4-BE49-F238E27FC236}">
                <a16:creationId xmlns:a16="http://schemas.microsoft.com/office/drawing/2014/main" id="{ECBD8C0F-164C-D161-2967-0D103F9267C5}"/>
              </a:ext>
            </a:extLst>
          </p:cNvPr>
          <p:cNvGrpSpPr/>
          <p:nvPr/>
        </p:nvGrpSpPr>
        <p:grpSpPr>
          <a:xfrm>
            <a:off x="-6189110" y="-7534167"/>
            <a:ext cx="26133391" cy="26171339"/>
            <a:chOff x="0" y="0"/>
            <a:chExt cx="34844521" cy="34895118"/>
          </a:xfrm>
        </p:grpSpPr>
        <p:sp>
          <p:nvSpPr>
            <p:cNvPr id="196" name="Google Shape;196;p5">
              <a:extLst>
                <a:ext uri="{FF2B5EF4-FFF2-40B4-BE49-F238E27FC236}">
                  <a16:creationId xmlns:a16="http://schemas.microsoft.com/office/drawing/2014/main" id="{56AC4F19-8085-63E7-7CAD-A72447D7E22F}"/>
                </a:ext>
              </a:extLst>
            </p:cNvPr>
            <p:cNvSpPr/>
            <p:nvPr/>
          </p:nvSpPr>
          <p:spPr>
            <a:xfrm rot="-9088373">
              <a:off x="13956475" y="13224406"/>
              <a:ext cx="17504077" cy="18621359"/>
            </a:xfrm>
            <a:custGeom>
              <a:avLst/>
              <a:gdLst/>
              <a:ahLst/>
              <a:cxnLst/>
              <a:rect l="l" t="t" r="r" b="b"/>
              <a:pathLst>
                <a:path w="17504077" h="18621359" extrusionOk="0">
                  <a:moveTo>
                    <a:pt x="0" y="0"/>
                  </a:moveTo>
                  <a:lnTo>
                    <a:pt x="17504077" y="0"/>
                  </a:lnTo>
                  <a:lnTo>
                    <a:pt x="17504077" y="18621358"/>
                  </a:lnTo>
                  <a:lnTo>
                    <a:pt x="0" y="1862135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 amt="65999"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7" name="Google Shape;197;p5">
              <a:extLst>
                <a:ext uri="{FF2B5EF4-FFF2-40B4-BE49-F238E27FC236}">
                  <a16:creationId xmlns:a16="http://schemas.microsoft.com/office/drawing/2014/main" id="{B46F31D5-6F86-01E3-9AFC-1660F3E41977}"/>
                </a:ext>
              </a:extLst>
            </p:cNvPr>
            <p:cNvSpPr/>
            <p:nvPr/>
          </p:nvSpPr>
          <p:spPr>
            <a:xfrm rot="1794495">
              <a:off x="2804490" y="2519802"/>
              <a:ext cx="14119029" cy="15020243"/>
            </a:xfrm>
            <a:custGeom>
              <a:avLst/>
              <a:gdLst/>
              <a:ahLst/>
              <a:cxnLst/>
              <a:rect l="l" t="t" r="r" b="b"/>
              <a:pathLst>
                <a:path w="14119029" h="15020243" extrusionOk="0">
                  <a:moveTo>
                    <a:pt x="0" y="0"/>
                  </a:moveTo>
                  <a:lnTo>
                    <a:pt x="14119029" y="0"/>
                  </a:lnTo>
                  <a:lnTo>
                    <a:pt x="14119029" y="15020243"/>
                  </a:lnTo>
                  <a:lnTo>
                    <a:pt x="0" y="1502024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 amt="55000"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02" name="Google Shape;202;p5">
            <a:extLst>
              <a:ext uri="{FF2B5EF4-FFF2-40B4-BE49-F238E27FC236}">
                <a16:creationId xmlns:a16="http://schemas.microsoft.com/office/drawing/2014/main" id="{FE33FF8A-B3E7-5EEA-2389-BA153CFB1CF2}"/>
              </a:ext>
            </a:extLst>
          </p:cNvPr>
          <p:cNvSpPr txBox="1"/>
          <p:nvPr/>
        </p:nvSpPr>
        <p:spPr>
          <a:xfrm>
            <a:off x="1028699" y="3062643"/>
            <a:ext cx="14796007" cy="67649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31801" lvl="8" indent="-215900">
              <a:lnSpc>
                <a:spcPct val="140000"/>
              </a:lnSpc>
              <a:buClr>
                <a:srgbClr val="D8D8D8"/>
              </a:buClr>
              <a:buSzPts val="2000"/>
              <a:buFont typeface="Arial"/>
              <a:buChar char="•"/>
            </a:pPr>
            <a:r>
              <a:rPr lang="en-US" sz="4000" dirty="0" err="1">
                <a:solidFill>
                  <a:srgbClr val="D8D8D8"/>
                </a:solidFill>
                <a:latin typeface="Poppins"/>
                <a:ea typeface="Poppins"/>
                <a:cs typeface="Poppins"/>
                <a:sym typeface="Poppins"/>
              </a:rPr>
              <a:t>queryExecute</a:t>
            </a:r>
            <a:endParaRPr lang="en-US" sz="4000" dirty="0">
              <a:solidFill>
                <a:srgbClr val="D8D8D8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31801" lvl="8" indent="-215900">
              <a:lnSpc>
                <a:spcPct val="140000"/>
              </a:lnSpc>
              <a:buClr>
                <a:srgbClr val="D8D8D8"/>
              </a:buClr>
              <a:buSzPts val="2000"/>
              <a:buFont typeface="Arial"/>
              <a:buChar char="•"/>
            </a:pPr>
            <a:r>
              <a:rPr lang="en-US" sz="4000" b="0" i="0" u="none" strike="noStrike" cap="none" dirty="0" err="1">
                <a:solidFill>
                  <a:srgbClr val="D8D8D8"/>
                </a:solidFill>
                <a:latin typeface="Poppins"/>
                <a:ea typeface="Poppins"/>
                <a:cs typeface="Poppins"/>
                <a:sym typeface="Poppins"/>
              </a:rPr>
              <a:t>bx:query</a:t>
            </a:r>
            <a:endParaRPr lang="en-US" sz="4000" b="0" i="0" u="none" strike="noStrike" cap="none" dirty="0">
              <a:solidFill>
                <a:srgbClr val="D8D8D8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31801" lvl="8" indent="-215900">
              <a:lnSpc>
                <a:spcPct val="140000"/>
              </a:lnSpc>
              <a:buClr>
                <a:srgbClr val="D8D8D8"/>
              </a:buClr>
              <a:buSzPts val="2000"/>
              <a:buFont typeface="Arial"/>
              <a:buChar char="•"/>
            </a:pPr>
            <a:r>
              <a:rPr lang="en-US" sz="4000" dirty="0">
                <a:solidFill>
                  <a:srgbClr val="D8D8D8"/>
                </a:solidFill>
                <a:latin typeface="Poppins"/>
                <a:ea typeface="Poppins"/>
                <a:cs typeface="Poppins"/>
                <a:sym typeface="Poppins"/>
              </a:rPr>
              <a:t>transaction (multiple)</a:t>
            </a:r>
          </a:p>
          <a:p>
            <a:pPr marL="431801" lvl="8" indent="-215900">
              <a:lnSpc>
                <a:spcPct val="140000"/>
              </a:lnSpc>
              <a:buClr>
                <a:srgbClr val="D8D8D8"/>
              </a:buClr>
              <a:buSzPts val="2000"/>
              <a:buFont typeface="Arial"/>
              <a:buChar char="•"/>
            </a:pPr>
            <a:r>
              <a:rPr lang="en-US" sz="4000" b="0" i="0" u="none" strike="noStrike" cap="none" dirty="0">
                <a:solidFill>
                  <a:srgbClr val="D8D8D8"/>
                </a:solidFill>
                <a:latin typeface="Poppins"/>
                <a:ea typeface="Poppins"/>
                <a:cs typeface="Poppins"/>
                <a:sym typeface="Poppins"/>
              </a:rPr>
              <a:t>Loop constructs support query objects</a:t>
            </a:r>
          </a:p>
          <a:p>
            <a:pPr marL="431801" lvl="8" indent="-215900">
              <a:lnSpc>
                <a:spcPct val="140000"/>
              </a:lnSpc>
              <a:buClr>
                <a:srgbClr val="D8D8D8"/>
              </a:buClr>
              <a:buSzPts val="2000"/>
              <a:buFont typeface="Arial"/>
              <a:buChar char="•"/>
            </a:pPr>
            <a:r>
              <a:rPr lang="en-US" sz="4000" dirty="0">
                <a:solidFill>
                  <a:srgbClr val="D8D8D8"/>
                </a:solidFill>
                <a:latin typeface="Poppins"/>
                <a:ea typeface="Poppins"/>
                <a:cs typeface="Poppins"/>
                <a:sym typeface="Poppins"/>
              </a:rPr>
              <a:t>Stored procedure support</a:t>
            </a:r>
          </a:p>
          <a:p>
            <a:pPr marL="431801" lvl="8" indent="-215900">
              <a:lnSpc>
                <a:spcPct val="140000"/>
              </a:lnSpc>
              <a:buClr>
                <a:srgbClr val="D8D8D8"/>
              </a:buClr>
              <a:buSzPts val="2000"/>
              <a:buFont typeface="Arial"/>
              <a:buChar char="•"/>
            </a:pPr>
            <a:r>
              <a:rPr lang="en-US" sz="4000" b="0" i="0" u="none" strike="noStrike" cap="none" dirty="0" err="1">
                <a:solidFill>
                  <a:srgbClr val="D8D8D8"/>
                </a:solidFill>
                <a:latin typeface="Poppins"/>
                <a:ea typeface="Poppins"/>
                <a:cs typeface="Poppins"/>
                <a:sym typeface="Poppins"/>
              </a:rPr>
              <a:t>bx:dbinfo</a:t>
            </a:r>
            <a:endParaRPr lang="en-US" sz="4000" b="0" i="0" u="none" strike="noStrike" cap="none" dirty="0">
              <a:solidFill>
                <a:srgbClr val="D8D8D8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31801" lvl="8" indent="-215900">
              <a:lnSpc>
                <a:spcPct val="140000"/>
              </a:lnSpc>
              <a:buClr>
                <a:srgbClr val="D8D8D8"/>
              </a:buClr>
              <a:buSzPts val="2000"/>
              <a:buFont typeface="Arial"/>
              <a:buChar char="•"/>
            </a:pPr>
            <a:r>
              <a:rPr lang="en-US" sz="4000" dirty="0" err="1">
                <a:solidFill>
                  <a:srgbClr val="D8D8D8"/>
                </a:solidFill>
                <a:latin typeface="Poppins"/>
                <a:ea typeface="Poppins"/>
                <a:cs typeface="Poppins"/>
                <a:sym typeface="Poppins"/>
              </a:rPr>
              <a:t>queryNew</a:t>
            </a:r>
            <a:endParaRPr lang="en-US" sz="4000" b="0" i="0" u="none" strike="noStrike" cap="none" dirty="0">
              <a:solidFill>
                <a:srgbClr val="D8D8D8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31801" marR="0" lvl="1" indent="-2159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2000"/>
              <a:buFont typeface="Arial"/>
              <a:buChar char="•"/>
            </a:pPr>
            <a:endParaRPr lang="en-US" sz="2000" b="0" i="0" u="none" strike="noStrike" cap="none" dirty="0">
              <a:solidFill>
                <a:srgbClr val="D8D8D8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31801" marR="0" lvl="1" indent="-2159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2000"/>
              <a:buFont typeface="Arial"/>
              <a:buChar char="•"/>
            </a:pPr>
            <a:endParaRPr lang="en-US" dirty="0"/>
          </a:p>
        </p:txBody>
      </p:sp>
      <p:sp>
        <p:nvSpPr>
          <p:cNvPr id="204" name="Google Shape;204;p5">
            <a:extLst>
              <a:ext uri="{FF2B5EF4-FFF2-40B4-BE49-F238E27FC236}">
                <a16:creationId xmlns:a16="http://schemas.microsoft.com/office/drawing/2014/main" id="{AFE2CD6F-D94B-37AB-2266-035367D2C8CB}"/>
              </a:ext>
            </a:extLst>
          </p:cNvPr>
          <p:cNvSpPr txBox="1"/>
          <p:nvPr/>
        </p:nvSpPr>
        <p:spPr>
          <a:xfrm>
            <a:off x="1028699" y="1535938"/>
            <a:ext cx="13483713" cy="1154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dirty="0">
                <a:solidFill>
                  <a:srgbClr val="F6F6F6"/>
                </a:solidFill>
                <a:latin typeface="Poppins"/>
                <a:cs typeface="Poppins"/>
                <a:sym typeface="Poppins"/>
              </a:rPr>
              <a:t>Code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503088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>
          <a:extLst>
            <a:ext uri="{FF2B5EF4-FFF2-40B4-BE49-F238E27FC236}">
              <a16:creationId xmlns:a16="http://schemas.microsoft.com/office/drawing/2014/main" id="{A9E2D3D7-5952-73E4-29AA-70FF6AEFAD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5">
            <a:extLst>
              <a:ext uri="{FF2B5EF4-FFF2-40B4-BE49-F238E27FC236}">
                <a16:creationId xmlns:a16="http://schemas.microsoft.com/office/drawing/2014/main" id="{2A26C2BB-79FF-D66E-44B2-D3A1FE0787C0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17591" b="-17591"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192" name="Google Shape;192;p5">
            <a:extLst>
              <a:ext uri="{FF2B5EF4-FFF2-40B4-BE49-F238E27FC236}">
                <a16:creationId xmlns:a16="http://schemas.microsoft.com/office/drawing/2014/main" id="{D9CB72F9-B60B-1372-7B29-8541BEC2F3CE}"/>
              </a:ext>
            </a:extLst>
          </p:cNvPr>
          <p:cNvGrpSpPr/>
          <p:nvPr/>
        </p:nvGrpSpPr>
        <p:grpSpPr>
          <a:xfrm>
            <a:off x="0" y="9351219"/>
            <a:ext cx="18288000" cy="935781"/>
            <a:chOff x="0" y="-57150"/>
            <a:chExt cx="4816593" cy="246461"/>
          </a:xfrm>
        </p:grpSpPr>
        <p:sp>
          <p:nvSpPr>
            <p:cNvPr id="193" name="Google Shape;193;p5">
              <a:extLst>
                <a:ext uri="{FF2B5EF4-FFF2-40B4-BE49-F238E27FC236}">
                  <a16:creationId xmlns:a16="http://schemas.microsoft.com/office/drawing/2014/main" id="{74547AE9-79F7-0C11-9629-F2416DC14FA5}"/>
                </a:ext>
              </a:extLst>
            </p:cNvPr>
            <p:cNvSpPr/>
            <p:nvPr/>
          </p:nvSpPr>
          <p:spPr>
            <a:xfrm>
              <a:off x="0" y="0"/>
              <a:ext cx="4816592" cy="189311"/>
            </a:xfrm>
            <a:custGeom>
              <a:avLst/>
              <a:gdLst/>
              <a:ahLst/>
              <a:cxnLst/>
              <a:rect l="l" t="t" r="r" b="b"/>
              <a:pathLst>
                <a:path w="4816592" h="189311" extrusionOk="0">
                  <a:moveTo>
                    <a:pt x="0" y="0"/>
                  </a:moveTo>
                  <a:lnTo>
                    <a:pt x="4816592" y="0"/>
                  </a:lnTo>
                  <a:lnTo>
                    <a:pt x="4816592" y="189311"/>
                  </a:lnTo>
                  <a:lnTo>
                    <a:pt x="0" y="189311"/>
                  </a:lnTo>
                  <a:close/>
                </a:path>
              </a:pathLst>
            </a:custGeom>
            <a:solidFill>
              <a:srgbClr val="272A38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4" name="Google Shape;194;p5">
              <a:extLst>
                <a:ext uri="{FF2B5EF4-FFF2-40B4-BE49-F238E27FC236}">
                  <a16:creationId xmlns:a16="http://schemas.microsoft.com/office/drawing/2014/main" id="{2110CA7B-8466-AFC4-D500-7329EACC9C76}"/>
                </a:ext>
              </a:extLst>
            </p:cNvPr>
            <p:cNvSpPr txBox="1"/>
            <p:nvPr/>
          </p:nvSpPr>
          <p:spPr>
            <a:xfrm>
              <a:off x="0" y="-57150"/>
              <a:ext cx="4816593" cy="2464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5" name="Google Shape;195;p5">
            <a:extLst>
              <a:ext uri="{FF2B5EF4-FFF2-40B4-BE49-F238E27FC236}">
                <a16:creationId xmlns:a16="http://schemas.microsoft.com/office/drawing/2014/main" id="{B3018A81-16AE-860C-DC7B-4732157FCE8D}"/>
              </a:ext>
            </a:extLst>
          </p:cNvPr>
          <p:cNvGrpSpPr/>
          <p:nvPr/>
        </p:nvGrpSpPr>
        <p:grpSpPr>
          <a:xfrm>
            <a:off x="-6189110" y="-7534167"/>
            <a:ext cx="26133391" cy="26171339"/>
            <a:chOff x="0" y="0"/>
            <a:chExt cx="34844521" cy="34895118"/>
          </a:xfrm>
        </p:grpSpPr>
        <p:sp>
          <p:nvSpPr>
            <p:cNvPr id="196" name="Google Shape;196;p5">
              <a:extLst>
                <a:ext uri="{FF2B5EF4-FFF2-40B4-BE49-F238E27FC236}">
                  <a16:creationId xmlns:a16="http://schemas.microsoft.com/office/drawing/2014/main" id="{A0FB0CA7-8F64-1F0E-1C66-155BC80CBFB4}"/>
                </a:ext>
              </a:extLst>
            </p:cNvPr>
            <p:cNvSpPr/>
            <p:nvPr/>
          </p:nvSpPr>
          <p:spPr>
            <a:xfrm rot="-9088373">
              <a:off x="13956475" y="13224406"/>
              <a:ext cx="17504077" cy="18621359"/>
            </a:xfrm>
            <a:custGeom>
              <a:avLst/>
              <a:gdLst/>
              <a:ahLst/>
              <a:cxnLst/>
              <a:rect l="l" t="t" r="r" b="b"/>
              <a:pathLst>
                <a:path w="17504077" h="18621359" extrusionOk="0">
                  <a:moveTo>
                    <a:pt x="0" y="0"/>
                  </a:moveTo>
                  <a:lnTo>
                    <a:pt x="17504077" y="0"/>
                  </a:lnTo>
                  <a:lnTo>
                    <a:pt x="17504077" y="18621358"/>
                  </a:lnTo>
                  <a:lnTo>
                    <a:pt x="0" y="1862135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 amt="65999"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7" name="Google Shape;197;p5">
              <a:extLst>
                <a:ext uri="{FF2B5EF4-FFF2-40B4-BE49-F238E27FC236}">
                  <a16:creationId xmlns:a16="http://schemas.microsoft.com/office/drawing/2014/main" id="{D28A0265-B648-B8FA-3E24-FE839C59B3EF}"/>
                </a:ext>
              </a:extLst>
            </p:cNvPr>
            <p:cNvSpPr/>
            <p:nvPr/>
          </p:nvSpPr>
          <p:spPr>
            <a:xfrm rot="1794495">
              <a:off x="2804490" y="2519802"/>
              <a:ext cx="14119029" cy="15020243"/>
            </a:xfrm>
            <a:custGeom>
              <a:avLst/>
              <a:gdLst/>
              <a:ahLst/>
              <a:cxnLst/>
              <a:rect l="l" t="t" r="r" b="b"/>
              <a:pathLst>
                <a:path w="14119029" h="15020243" extrusionOk="0">
                  <a:moveTo>
                    <a:pt x="0" y="0"/>
                  </a:moveTo>
                  <a:lnTo>
                    <a:pt x="14119029" y="0"/>
                  </a:lnTo>
                  <a:lnTo>
                    <a:pt x="14119029" y="15020243"/>
                  </a:lnTo>
                  <a:lnTo>
                    <a:pt x="0" y="1502024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 amt="55000"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02" name="Google Shape;202;p5">
            <a:extLst>
              <a:ext uri="{FF2B5EF4-FFF2-40B4-BE49-F238E27FC236}">
                <a16:creationId xmlns:a16="http://schemas.microsoft.com/office/drawing/2014/main" id="{3D41EDCF-5FBD-5C11-8C6A-20A0F7D9B34E}"/>
              </a:ext>
            </a:extLst>
          </p:cNvPr>
          <p:cNvSpPr txBox="1"/>
          <p:nvPr/>
        </p:nvSpPr>
        <p:spPr>
          <a:xfrm>
            <a:off x="1028699" y="3062643"/>
            <a:ext cx="14796007" cy="331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15901" marR="0" lvl="1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2000"/>
            </a:pPr>
            <a:r>
              <a:rPr lang="en-US" sz="4000" dirty="0">
                <a:solidFill>
                  <a:srgbClr val="D8D8D8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Ray, show db1</a:t>
            </a:r>
          </a:p>
          <a:p>
            <a:pPr marL="431801" lvl="8" indent="-215900">
              <a:lnSpc>
                <a:spcPct val="140000"/>
              </a:lnSpc>
              <a:buClr>
                <a:srgbClr val="D8D8D8"/>
              </a:buClr>
              <a:buSzPts val="2000"/>
              <a:buFont typeface="Arial"/>
              <a:buChar char="•"/>
            </a:pPr>
            <a:endParaRPr lang="en-US" sz="4000" b="0" i="0" u="none" strike="noStrike" cap="none" dirty="0">
              <a:solidFill>
                <a:srgbClr val="D8D8D8"/>
              </a:solidFill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"/>
            </a:endParaRPr>
          </a:p>
          <a:p>
            <a:pPr marL="431801" marR="0" lvl="1" indent="-2159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2000"/>
              <a:buFont typeface="Arial"/>
              <a:buChar char="•"/>
            </a:pPr>
            <a:endParaRPr lang="en-US" sz="4000" b="0" i="0" u="none" strike="noStrike" cap="none" dirty="0">
              <a:solidFill>
                <a:srgbClr val="D8D8D8"/>
              </a:solidFill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"/>
            </a:endParaRPr>
          </a:p>
          <a:p>
            <a:pPr marL="431801" marR="0" lvl="1" indent="-2159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2000"/>
              <a:buFont typeface="Arial"/>
              <a:buChar char="•"/>
            </a:pPr>
            <a:endParaRPr lang="en-US" sz="2000" b="0" i="0" u="none" strike="noStrike" cap="none" dirty="0">
              <a:solidFill>
                <a:srgbClr val="D8D8D8"/>
              </a:solidFill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"/>
            </a:endParaRPr>
          </a:p>
          <a:p>
            <a:pPr marL="431801" marR="0" lvl="1" indent="-2159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2000"/>
              <a:buFont typeface="Arial"/>
              <a:buChar char="•"/>
            </a:pPr>
            <a:endParaRPr lang="en-US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04" name="Google Shape;204;p5">
            <a:extLst>
              <a:ext uri="{FF2B5EF4-FFF2-40B4-BE49-F238E27FC236}">
                <a16:creationId xmlns:a16="http://schemas.microsoft.com/office/drawing/2014/main" id="{F1C936F6-5541-5262-458F-3158AE55A266}"/>
              </a:ext>
            </a:extLst>
          </p:cNvPr>
          <p:cNvSpPr txBox="1"/>
          <p:nvPr/>
        </p:nvSpPr>
        <p:spPr>
          <a:xfrm>
            <a:off x="1028699" y="1535938"/>
            <a:ext cx="13483713" cy="1154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dirty="0">
                <a:solidFill>
                  <a:srgbClr val="F6F6F6"/>
                </a:solidFill>
                <a:latin typeface="Poppins"/>
                <a:cs typeface="Poppins"/>
                <a:sym typeface="Poppins"/>
              </a:rPr>
              <a:t>Demo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396925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>
          <a:extLst>
            <a:ext uri="{FF2B5EF4-FFF2-40B4-BE49-F238E27FC236}">
              <a16:creationId xmlns:a16="http://schemas.microsoft.com/office/drawing/2014/main" id="{7CA5472A-3B1D-C66E-37AC-502D164314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5">
            <a:extLst>
              <a:ext uri="{FF2B5EF4-FFF2-40B4-BE49-F238E27FC236}">
                <a16:creationId xmlns:a16="http://schemas.microsoft.com/office/drawing/2014/main" id="{447BD778-8150-40FD-EE8E-9D55FDFDD544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17591" b="-17591"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192" name="Google Shape;192;p5">
            <a:extLst>
              <a:ext uri="{FF2B5EF4-FFF2-40B4-BE49-F238E27FC236}">
                <a16:creationId xmlns:a16="http://schemas.microsoft.com/office/drawing/2014/main" id="{5B60AE44-766A-0A38-A5E0-A22D60818F0C}"/>
              </a:ext>
            </a:extLst>
          </p:cNvPr>
          <p:cNvGrpSpPr/>
          <p:nvPr/>
        </p:nvGrpSpPr>
        <p:grpSpPr>
          <a:xfrm>
            <a:off x="0" y="9351219"/>
            <a:ext cx="18288000" cy="935781"/>
            <a:chOff x="0" y="-57150"/>
            <a:chExt cx="4816593" cy="246461"/>
          </a:xfrm>
        </p:grpSpPr>
        <p:sp>
          <p:nvSpPr>
            <p:cNvPr id="193" name="Google Shape;193;p5">
              <a:extLst>
                <a:ext uri="{FF2B5EF4-FFF2-40B4-BE49-F238E27FC236}">
                  <a16:creationId xmlns:a16="http://schemas.microsoft.com/office/drawing/2014/main" id="{80526C95-B118-5520-245A-9A08E2205A75}"/>
                </a:ext>
              </a:extLst>
            </p:cNvPr>
            <p:cNvSpPr/>
            <p:nvPr/>
          </p:nvSpPr>
          <p:spPr>
            <a:xfrm>
              <a:off x="0" y="0"/>
              <a:ext cx="4816592" cy="189311"/>
            </a:xfrm>
            <a:custGeom>
              <a:avLst/>
              <a:gdLst/>
              <a:ahLst/>
              <a:cxnLst/>
              <a:rect l="l" t="t" r="r" b="b"/>
              <a:pathLst>
                <a:path w="4816592" h="189311" extrusionOk="0">
                  <a:moveTo>
                    <a:pt x="0" y="0"/>
                  </a:moveTo>
                  <a:lnTo>
                    <a:pt x="4816592" y="0"/>
                  </a:lnTo>
                  <a:lnTo>
                    <a:pt x="4816592" y="189311"/>
                  </a:lnTo>
                  <a:lnTo>
                    <a:pt x="0" y="189311"/>
                  </a:lnTo>
                  <a:close/>
                </a:path>
              </a:pathLst>
            </a:custGeom>
            <a:solidFill>
              <a:srgbClr val="272A38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4" name="Google Shape;194;p5">
              <a:extLst>
                <a:ext uri="{FF2B5EF4-FFF2-40B4-BE49-F238E27FC236}">
                  <a16:creationId xmlns:a16="http://schemas.microsoft.com/office/drawing/2014/main" id="{C830390D-81F3-3BAA-1314-FE2D86DC8E12}"/>
                </a:ext>
              </a:extLst>
            </p:cNvPr>
            <p:cNvSpPr txBox="1"/>
            <p:nvPr/>
          </p:nvSpPr>
          <p:spPr>
            <a:xfrm>
              <a:off x="0" y="-57150"/>
              <a:ext cx="4816593" cy="2464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5" name="Google Shape;195;p5">
            <a:extLst>
              <a:ext uri="{FF2B5EF4-FFF2-40B4-BE49-F238E27FC236}">
                <a16:creationId xmlns:a16="http://schemas.microsoft.com/office/drawing/2014/main" id="{9850ADDD-9C7D-6C57-B71C-59231CEB969C}"/>
              </a:ext>
            </a:extLst>
          </p:cNvPr>
          <p:cNvGrpSpPr/>
          <p:nvPr/>
        </p:nvGrpSpPr>
        <p:grpSpPr>
          <a:xfrm>
            <a:off x="-6189110" y="-7534167"/>
            <a:ext cx="26133391" cy="26171339"/>
            <a:chOff x="0" y="0"/>
            <a:chExt cx="34844521" cy="34895118"/>
          </a:xfrm>
        </p:grpSpPr>
        <p:sp>
          <p:nvSpPr>
            <p:cNvPr id="196" name="Google Shape;196;p5">
              <a:extLst>
                <a:ext uri="{FF2B5EF4-FFF2-40B4-BE49-F238E27FC236}">
                  <a16:creationId xmlns:a16="http://schemas.microsoft.com/office/drawing/2014/main" id="{481AF6BD-0E2D-A66C-F8CB-4C950419FAA2}"/>
                </a:ext>
              </a:extLst>
            </p:cNvPr>
            <p:cNvSpPr/>
            <p:nvPr/>
          </p:nvSpPr>
          <p:spPr>
            <a:xfrm rot="-9088373">
              <a:off x="13956475" y="13224406"/>
              <a:ext cx="17504077" cy="18621359"/>
            </a:xfrm>
            <a:custGeom>
              <a:avLst/>
              <a:gdLst/>
              <a:ahLst/>
              <a:cxnLst/>
              <a:rect l="l" t="t" r="r" b="b"/>
              <a:pathLst>
                <a:path w="17504077" h="18621359" extrusionOk="0">
                  <a:moveTo>
                    <a:pt x="0" y="0"/>
                  </a:moveTo>
                  <a:lnTo>
                    <a:pt x="17504077" y="0"/>
                  </a:lnTo>
                  <a:lnTo>
                    <a:pt x="17504077" y="18621358"/>
                  </a:lnTo>
                  <a:lnTo>
                    <a:pt x="0" y="1862135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 amt="65999"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7" name="Google Shape;197;p5">
              <a:extLst>
                <a:ext uri="{FF2B5EF4-FFF2-40B4-BE49-F238E27FC236}">
                  <a16:creationId xmlns:a16="http://schemas.microsoft.com/office/drawing/2014/main" id="{A4074F96-CF7C-CD67-BA76-6FC5C1ADA985}"/>
                </a:ext>
              </a:extLst>
            </p:cNvPr>
            <p:cNvSpPr/>
            <p:nvPr/>
          </p:nvSpPr>
          <p:spPr>
            <a:xfrm rot="1794495">
              <a:off x="2804490" y="2519802"/>
              <a:ext cx="14119029" cy="15020243"/>
            </a:xfrm>
            <a:custGeom>
              <a:avLst/>
              <a:gdLst/>
              <a:ahLst/>
              <a:cxnLst/>
              <a:rect l="l" t="t" r="r" b="b"/>
              <a:pathLst>
                <a:path w="14119029" h="15020243" extrusionOk="0">
                  <a:moveTo>
                    <a:pt x="0" y="0"/>
                  </a:moveTo>
                  <a:lnTo>
                    <a:pt x="14119029" y="0"/>
                  </a:lnTo>
                  <a:lnTo>
                    <a:pt x="14119029" y="15020243"/>
                  </a:lnTo>
                  <a:lnTo>
                    <a:pt x="0" y="1502024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 amt="55000"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02" name="Google Shape;202;p5">
            <a:extLst>
              <a:ext uri="{FF2B5EF4-FFF2-40B4-BE49-F238E27FC236}">
                <a16:creationId xmlns:a16="http://schemas.microsoft.com/office/drawing/2014/main" id="{ECB60124-3535-7DEC-7225-FC6845CBBC37}"/>
              </a:ext>
            </a:extLst>
          </p:cNvPr>
          <p:cNvSpPr txBox="1"/>
          <p:nvPr/>
        </p:nvSpPr>
        <p:spPr>
          <a:xfrm>
            <a:off x="1028699" y="3062643"/>
            <a:ext cx="14796007" cy="59031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31801" lvl="8" indent="-215900">
              <a:lnSpc>
                <a:spcPct val="140000"/>
              </a:lnSpc>
              <a:buClr>
                <a:srgbClr val="D8D8D8"/>
              </a:buClr>
              <a:buSzPts val="2000"/>
              <a:buFont typeface="Arial"/>
              <a:buChar char="•"/>
            </a:pPr>
            <a:r>
              <a:rPr lang="en-US" sz="4000" dirty="0">
                <a:solidFill>
                  <a:srgbClr val="D8D8D8"/>
                </a:solidFill>
                <a:latin typeface="Poppins"/>
                <a:ea typeface="Poppins"/>
                <a:cs typeface="Poppins"/>
                <a:sym typeface="Poppins"/>
              </a:rPr>
              <a:t>Multi HTTP Tool (shows threading)</a:t>
            </a:r>
          </a:p>
          <a:p>
            <a:pPr marL="431801" lvl="8" indent="-215900">
              <a:lnSpc>
                <a:spcPct val="140000"/>
              </a:lnSpc>
              <a:buClr>
                <a:srgbClr val="D8D8D8"/>
              </a:buClr>
              <a:buSzPts val="2000"/>
              <a:buFont typeface="Arial"/>
              <a:buChar char="•"/>
            </a:pPr>
            <a:r>
              <a:rPr lang="en-US" sz="4000" b="0" i="0" u="none" strike="noStrike" cap="none" dirty="0">
                <a:solidFill>
                  <a:srgbClr val="D8D8D8"/>
                </a:solidFill>
                <a:latin typeface="Poppins"/>
                <a:ea typeface="Poppins"/>
                <a:cs typeface="Poppins"/>
                <a:sym typeface="Poppins"/>
              </a:rPr>
              <a:t>PDF Generator (shows modules)</a:t>
            </a:r>
          </a:p>
          <a:p>
            <a:pPr marL="431801" lvl="8" indent="-215900">
              <a:lnSpc>
                <a:spcPct val="140000"/>
              </a:lnSpc>
              <a:buClr>
                <a:srgbClr val="D8D8D8"/>
              </a:buClr>
              <a:buSzPts val="2000"/>
              <a:buFont typeface="Arial"/>
              <a:buChar char="•"/>
            </a:pPr>
            <a:r>
              <a:rPr lang="en-US" sz="4000" dirty="0">
                <a:solidFill>
                  <a:srgbClr val="D8D8D8"/>
                </a:solidFill>
                <a:latin typeface="Poppins"/>
                <a:ea typeface="Poppins"/>
                <a:cs typeface="Poppins"/>
                <a:sym typeface="Poppins"/>
              </a:rPr>
              <a:t>Markdown (shows Java interop)</a:t>
            </a:r>
            <a:endParaRPr lang="en-US" sz="4000" b="0" i="0" u="none" strike="noStrike" cap="none" dirty="0">
              <a:solidFill>
                <a:srgbClr val="D8D8D8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31801" lvl="8" indent="-215900">
              <a:lnSpc>
                <a:spcPct val="140000"/>
              </a:lnSpc>
              <a:buClr>
                <a:srgbClr val="D8D8D8"/>
              </a:buClr>
              <a:buSzPts val="2000"/>
              <a:buFont typeface="Arial"/>
              <a:buChar char="•"/>
            </a:pPr>
            <a:r>
              <a:rPr lang="en-US" sz="4000" dirty="0">
                <a:solidFill>
                  <a:srgbClr val="D8D8D8"/>
                </a:solidFill>
                <a:latin typeface="Poppins"/>
                <a:ea typeface="Poppins"/>
                <a:cs typeface="Poppins"/>
                <a:sym typeface="Poppins"/>
              </a:rPr>
              <a:t>URL to Image (shows, um, images)</a:t>
            </a:r>
            <a:endParaRPr lang="en-US" sz="4000" b="0" i="0" u="none" strike="noStrike" cap="none" dirty="0">
              <a:solidFill>
                <a:srgbClr val="D8D8D8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31801" lvl="8" indent="-215900">
              <a:lnSpc>
                <a:spcPct val="140000"/>
              </a:lnSpc>
              <a:buClr>
                <a:srgbClr val="D8D8D8"/>
              </a:buClr>
              <a:buSzPts val="2000"/>
              <a:buFont typeface="Arial"/>
              <a:buChar char="•"/>
            </a:pPr>
            <a:endParaRPr lang="en-US" sz="4000" b="0" i="0" u="none" strike="noStrike" cap="none" dirty="0">
              <a:solidFill>
                <a:srgbClr val="D8D8D8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31801" marR="0" lvl="1" indent="-2159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2000"/>
              <a:buFont typeface="Arial"/>
              <a:buChar char="•"/>
            </a:pPr>
            <a:endParaRPr lang="en-US" sz="4000" b="0" i="0" u="none" strike="noStrike" cap="none" dirty="0">
              <a:solidFill>
                <a:srgbClr val="D8D8D8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31801" marR="0" lvl="1" indent="-2159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2000"/>
              <a:buFont typeface="Arial"/>
              <a:buChar char="•"/>
            </a:pPr>
            <a:endParaRPr lang="en-US" sz="2000" b="0" i="0" u="none" strike="noStrike" cap="none" dirty="0">
              <a:solidFill>
                <a:srgbClr val="D8D8D8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31801" marR="0" lvl="1" indent="-2159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2000"/>
              <a:buFont typeface="Arial"/>
              <a:buChar char="•"/>
            </a:pPr>
            <a:endParaRPr lang="en-US" dirty="0"/>
          </a:p>
        </p:txBody>
      </p:sp>
      <p:sp>
        <p:nvSpPr>
          <p:cNvPr id="204" name="Google Shape;204;p5">
            <a:extLst>
              <a:ext uri="{FF2B5EF4-FFF2-40B4-BE49-F238E27FC236}">
                <a16:creationId xmlns:a16="http://schemas.microsoft.com/office/drawing/2014/main" id="{F1BA30D1-4EB9-C32C-6A24-844FFCBC723F}"/>
              </a:ext>
            </a:extLst>
          </p:cNvPr>
          <p:cNvSpPr txBox="1"/>
          <p:nvPr/>
        </p:nvSpPr>
        <p:spPr>
          <a:xfrm>
            <a:off x="1028699" y="1535938"/>
            <a:ext cx="13483713" cy="1154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dirty="0">
                <a:solidFill>
                  <a:srgbClr val="F6F6F6"/>
                </a:solidFill>
                <a:latin typeface="Poppins"/>
                <a:cs typeface="Poppins"/>
                <a:sym typeface="Poppins"/>
              </a:rPr>
              <a:t>Examples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4180838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>
          <a:extLst>
            <a:ext uri="{FF2B5EF4-FFF2-40B4-BE49-F238E27FC236}">
              <a16:creationId xmlns:a16="http://schemas.microsoft.com/office/drawing/2014/main" id="{4EACAAD0-1BAF-2DEF-0EBB-4AA2CAC1FF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5">
            <a:extLst>
              <a:ext uri="{FF2B5EF4-FFF2-40B4-BE49-F238E27FC236}">
                <a16:creationId xmlns:a16="http://schemas.microsoft.com/office/drawing/2014/main" id="{8DE57913-88A6-1D72-B26D-D9F275B9A80B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17591" b="-17591"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192" name="Google Shape;192;p5">
            <a:extLst>
              <a:ext uri="{FF2B5EF4-FFF2-40B4-BE49-F238E27FC236}">
                <a16:creationId xmlns:a16="http://schemas.microsoft.com/office/drawing/2014/main" id="{8FE5A3AE-6BF7-CCE5-82B5-BAE1057155E2}"/>
              </a:ext>
            </a:extLst>
          </p:cNvPr>
          <p:cNvGrpSpPr/>
          <p:nvPr/>
        </p:nvGrpSpPr>
        <p:grpSpPr>
          <a:xfrm>
            <a:off x="0" y="9351219"/>
            <a:ext cx="18288000" cy="935781"/>
            <a:chOff x="0" y="-57150"/>
            <a:chExt cx="4816593" cy="246461"/>
          </a:xfrm>
        </p:grpSpPr>
        <p:sp>
          <p:nvSpPr>
            <p:cNvPr id="193" name="Google Shape;193;p5">
              <a:extLst>
                <a:ext uri="{FF2B5EF4-FFF2-40B4-BE49-F238E27FC236}">
                  <a16:creationId xmlns:a16="http://schemas.microsoft.com/office/drawing/2014/main" id="{F4642600-19D1-ED66-23B7-DEBA30F5B71C}"/>
                </a:ext>
              </a:extLst>
            </p:cNvPr>
            <p:cNvSpPr/>
            <p:nvPr/>
          </p:nvSpPr>
          <p:spPr>
            <a:xfrm>
              <a:off x="0" y="0"/>
              <a:ext cx="4816592" cy="189311"/>
            </a:xfrm>
            <a:custGeom>
              <a:avLst/>
              <a:gdLst/>
              <a:ahLst/>
              <a:cxnLst/>
              <a:rect l="l" t="t" r="r" b="b"/>
              <a:pathLst>
                <a:path w="4816592" h="189311" extrusionOk="0">
                  <a:moveTo>
                    <a:pt x="0" y="0"/>
                  </a:moveTo>
                  <a:lnTo>
                    <a:pt x="4816592" y="0"/>
                  </a:lnTo>
                  <a:lnTo>
                    <a:pt x="4816592" y="189311"/>
                  </a:lnTo>
                  <a:lnTo>
                    <a:pt x="0" y="189311"/>
                  </a:lnTo>
                  <a:close/>
                </a:path>
              </a:pathLst>
            </a:custGeom>
            <a:solidFill>
              <a:srgbClr val="272A38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4" name="Google Shape;194;p5">
              <a:extLst>
                <a:ext uri="{FF2B5EF4-FFF2-40B4-BE49-F238E27FC236}">
                  <a16:creationId xmlns:a16="http://schemas.microsoft.com/office/drawing/2014/main" id="{E3875DC3-0022-5E41-A1C6-14D98EA20D8A}"/>
                </a:ext>
              </a:extLst>
            </p:cNvPr>
            <p:cNvSpPr txBox="1"/>
            <p:nvPr/>
          </p:nvSpPr>
          <p:spPr>
            <a:xfrm>
              <a:off x="0" y="-57150"/>
              <a:ext cx="4816593" cy="2464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5" name="Google Shape;195;p5">
            <a:extLst>
              <a:ext uri="{FF2B5EF4-FFF2-40B4-BE49-F238E27FC236}">
                <a16:creationId xmlns:a16="http://schemas.microsoft.com/office/drawing/2014/main" id="{9652D199-FCDB-F5D9-F3CF-1B765866FA83}"/>
              </a:ext>
            </a:extLst>
          </p:cNvPr>
          <p:cNvGrpSpPr/>
          <p:nvPr/>
        </p:nvGrpSpPr>
        <p:grpSpPr>
          <a:xfrm>
            <a:off x="-6189110" y="-7534167"/>
            <a:ext cx="26133391" cy="26171339"/>
            <a:chOff x="0" y="0"/>
            <a:chExt cx="34844521" cy="34895118"/>
          </a:xfrm>
        </p:grpSpPr>
        <p:sp>
          <p:nvSpPr>
            <p:cNvPr id="196" name="Google Shape;196;p5">
              <a:extLst>
                <a:ext uri="{FF2B5EF4-FFF2-40B4-BE49-F238E27FC236}">
                  <a16:creationId xmlns:a16="http://schemas.microsoft.com/office/drawing/2014/main" id="{074E010D-DAB5-0843-E79B-2FDA30F2FAC8}"/>
                </a:ext>
              </a:extLst>
            </p:cNvPr>
            <p:cNvSpPr/>
            <p:nvPr/>
          </p:nvSpPr>
          <p:spPr>
            <a:xfrm rot="-9088373">
              <a:off x="13956475" y="13224406"/>
              <a:ext cx="17504077" cy="18621359"/>
            </a:xfrm>
            <a:custGeom>
              <a:avLst/>
              <a:gdLst/>
              <a:ahLst/>
              <a:cxnLst/>
              <a:rect l="l" t="t" r="r" b="b"/>
              <a:pathLst>
                <a:path w="17504077" h="18621359" extrusionOk="0">
                  <a:moveTo>
                    <a:pt x="0" y="0"/>
                  </a:moveTo>
                  <a:lnTo>
                    <a:pt x="17504077" y="0"/>
                  </a:lnTo>
                  <a:lnTo>
                    <a:pt x="17504077" y="18621358"/>
                  </a:lnTo>
                  <a:lnTo>
                    <a:pt x="0" y="1862135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 amt="65999"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7" name="Google Shape;197;p5">
              <a:extLst>
                <a:ext uri="{FF2B5EF4-FFF2-40B4-BE49-F238E27FC236}">
                  <a16:creationId xmlns:a16="http://schemas.microsoft.com/office/drawing/2014/main" id="{5F961B56-267F-E9DA-D029-B8D2EC98763D}"/>
                </a:ext>
              </a:extLst>
            </p:cNvPr>
            <p:cNvSpPr/>
            <p:nvPr/>
          </p:nvSpPr>
          <p:spPr>
            <a:xfrm rot="1794495">
              <a:off x="2804490" y="2519802"/>
              <a:ext cx="14119029" cy="15020243"/>
            </a:xfrm>
            <a:custGeom>
              <a:avLst/>
              <a:gdLst/>
              <a:ahLst/>
              <a:cxnLst/>
              <a:rect l="l" t="t" r="r" b="b"/>
              <a:pathLst>
                <a:path w="14119029" h="15020243" extrusionOk="0">
                  <a:moveTo>
                    <a:pt x="0" y="0"/>
                  </a:moveTo>
                  <a:lnTo>
                    <a:pt x="14119029" y="0"/>
                  </a:lnTo>
                  <a:lnTo>
                    <a:pt x="14119029" y="15020243"/>
                  </a:lnTo>
                  <a:lnTo>
                    <a:pt x="0" y="1502024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 amt="55000"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04" name="Google Shape;204;p5">
            <a:extLst>
              <a:ext uri="{FF2B5EF4-FFF2-40B4-BE49-F238E27FC236}">
                <a16:creationId xmlns:a16="http://schemas.microsoft.com/office/drawing/2014/main" id="{B9827233-CD21-2550-4B04-50B4429ADF91}"/>
              </a:ext>
            </a:extLst>
          </p:cNvPr>
          <p:cNvSpPr txBox="1"/>
          <p:nvPr/>
        </p:nvSpPr>
        <p:spPr>
          <a:xfrm>
            <a:off x="1028699" y="1535938"/>
            <a:ext cx="13483713" cy="1154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dirty="0">
                <a:solidFill>
                  <a:srgbClr val="F6F6F6"/>
                </a:solidFill>
                <a:latin typeface="Poppins"/>
                <a:cs typeface="Poppins"/>
                <a:sym typeface="Poppins"/>
              </a:rPr>
              <a:t>Any questions?</a:t>
            </a:r>
            <a:endParaRPr dirty="0"/>
          </a:p>
        </p:txBody>
      </p:sp>
      <p:pic>
        <p:nvPicPr>
          <p:cNvPr id="3" name="Picture 2" descr="Two kittens looking up&#10;&#10;AI-generated content may be incorrect.">
            <a:extLst>
              <a:ext uri="{FF2B5EF4-FFF2-40B4-BE49-F238E27FC236}">
                <a16:creationId xmlns:a16="http://schemas.microsoft.com/office/drawing/2014/main" id="{1C75E606-8FCA-A195-7AEC-2E69F46F84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94805" y="3092422"/>
            <a:ext cx="11898385" cy="5658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482755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17591" b="-17591"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486" name="Google Shape;486;p16"/>
          <p:cNvGrpSpPr/>
          <p:nvPr/>
        </p:nvGrpSpPr>
        <p:grpSpPr>
          <a:xfrm>
            <a:off x="0" y="9351219"/>
            <a:ext cx="18288000" cy="935781"/>
            <a:chOff x="0" y="-57150"/>
            <a:chExt cx="4816593" cy="246461"/>
          </a:xfrm>
        </p:grpSpPr>
        <p:sp>
          <p:nvSpPr>
            <p:cNvPr id="487" name="Google Shape;487;p16"/>
            <p:cNvSpPr/>
            <p:nvPr/>
          </p:nvSpPr>
          <p:spPr>
            <a:xfrm>
              <a:off x="0" y="0"/>
              <a:ext cx="4816592" cy="189311"/>
            </a:xfrm>
            <a:custGeom>
              <a:avLst/>
              <a:gdLst/>
              <a:ahLst/>
              <a:cxnLst/>
              <a:rect l="l" t="t" r="r" b="b"/>
              <a:pathLst>
                <a:path w="4816592" h="189311" extrusionOk="0">
                  <a:moveTo>
                    <a:pt x="0" y="0"/>
                  </a:moveTo>
                  <a:lnTo>
                    <a:pt x="4816592" y="0"/>
                  </a:lnTo>
                  <a:lnTo>
                    <a:pt x="4816592" y="189311"/>
                  </a:lnTo>
                  <a:lnTo>
                    <a:pt x="0" y="189311"/>
                  </a:lnTo>
                  <a:close/>
                </a:path>
              </a:pathLst>
            </a:custGeom>
            <a:solidFill>
              <a:srgbClr val="272A38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88" name="Google Shape;488;p16"/>
            <p:cNvSpPr txBox="1"/>
            <p:nvPr/>
          </p:nvSpPr>
          <p:spPr>
            <a:xfrm>
              <a:off x="0" y="-57150"/>
              <a:ext cx="4816593" cy="2464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89" name="Google Shape;489;p16"/>
          <p:cNvGrpSpPr/>
          <p:nvPr/>
        </p:nvGrpSpPr>
        <p:grpSpPr>
          <a:xfrm>
            <a:off x="-4111691" y="-7557262"/>
            <a:ext cx="29532475" cy="25229264"/>
            <a:chOff x="0" y="0"/>
            <a:chExt cx="39376633" cy="33639018"/>
          </a:xfrm>
        </p:grpSpPr>
        <p:sp>
          <p:nvSpPr>
            <p:cNvPr id="490" name="Google Shape;490;p16"/>
            <p:cNvSpPr/>
            <p:nvPr/>
          </p:nvSpPr>
          <p:spPr>
            <a:xfrm rot="4124422">
              <a:off x="11657487" y="3052789"/>
              <a:ext cx="20673161" cy="20647320"/>
            </a:xfrm>
            <a:custGeom>
              <a:avLst/>
              <a:gdLst/>
              <a:ahLst/>
              <a:cxnLst/>
              <a:rect l="l" t="t" r="r" b="b"/>
              <a:pathLst>
                <a:path w="20673161" h="20647320" extrusionOk="0">
                  <a:moveTo>
                    <a:pt x="0" y="0"/>
                  </a:moveTo>
                  <a:lnTo>
                    <a:pt x="20673161" y="0"/>
                  </a:lnTo>
                  <a:lnTo>
                    <a:pt x="20673161" y="20647320"/>
                  </a:lnTo>
                  <a:lnTo>
                    <a:pt x="0" y="2064732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91" name="Google Shape;491;p16"/>
            <p:cNvSpPr/>
            <p:nvPr/>
          </p:nvSpPr>
          <p:spPr>
            <a:xfrm rot="-9088373">
              <a:off x="18488587" y="11968306"/>
              <a:ext cx="17504077" cy="18621359"/>
            </a:xfrm>
            <a:custGeom>
              <a:avLst/>
              <a:gdLst/>
              <a:ahLst/>
              <a:cxnLst/>
              <a:rect l="l" t="t" r="r" b="b"/>
              <a:pathLst>
                <a:path w="17504077" h="18621359" extrusionOk="0">
                  <a:moveTo>
                    <a:pt x="0" y="0"/>
                  </a:moveTo>
                  <a:lnTo>
                    <a:pt x="17504077" y="0"/>
                  </a:lnTo>
                  <a:lnTo>
                    <a:pt x="17504077" y="18621359"/>
                  </a:lnTo>
                  <a:lnTo>
                    <a:pt x="0" y="1862135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 amt="65999"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92" name="Google Shape;492;p16"/>
            <p:cNvSpPr/>
            <p:nvPr/>
          </p:nvSpPr>
          <p:spPr>
            <a:xfrm rot="1794495">
              <a:off x="2804490" y="3627188"/>
              <a:ext cx="14119029" cy="15020243"/>
            </a:xfrm>
            <a:custGeom>
              <a:avLst/>
              <a:gdLst/>
              <a:ahLst/>
              <a:cxnLst/>
              <a:rect l="l" t="t" r="r" b="b"/>
              <a:pathLst>
                <a:path w="14119029" h="15020243" extrusionOk="0">
                  <a:moveTo>
                    <a:pt x="0" y="0"/>
                  </a:moveTo>
                  <a:lnTo>
                    <a:pt x="14119029" y="0"/>
                  </a:lnTo>
                  <a:lnTo>
                    <a:pt x="14119029" y="15020244"/>
                  </a:lnTo>
                  <a:lnTo>
                    <a:pt x="0" y="1502024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 amt="55000"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93" name="Google Shape;493;p16"/>
          <p:cNvSpPr txBox="1"/>
          <p:nvPr/>
        </p:nvSpPr>
        <p:spPr>
          <a:xfrm>
            <a:off x="1028700" y="3765875"/>
            <a:ext cx="13985700" cy="230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0" b="1" i="0" u="none" strike="noStrike" cap="non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Thank You!</a:t>
            </a:r>
            <a:endParaRPr/>
          </a:p>
        </p:txBody>
      </p:sp>
      <p:sp>
        <p:nvSpPr>
          <p:cNvPr id="494" name="Google Shape;494;p16"/>
          <p:cNvSpPr txBox="1"/>
          <p:nvPr/>
        </p:nvSpPr>
        <p:spPr>
          <a:xfrm>
            <a:off x="1028700" y="5988425"/>
            <a:ext cx="156399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0" i="0" u="none" strike="noStrike" cap="none">
                <a:solidFill>
                  <a:srgbClr val="F6F6F6"/>
                </a:solidFill>
                <a:latin typeface="Poppins Light"/>
                <a:ea typeface="Poppins Light"/>
                <a:cs typeface="Poppins Light"/>
                <a:sym typeface="Poppins Light"/>
              </a:rPr>
              <a:t>The Future of </a:t>
            </a:r>
            <a:r>
              <a:rPr lang="en-US" sz="3900" b="1" i="0" u="none" strike="noStrike" cap="none">
                <a:solidFill>
                  <a:srgbClr val="00DBFF"/>
                </a:solidFill>
                <a:latin typeface="Poppins"/>
                <a:ea typeface="Poppins"/>
                <a:cs typeface="Poppins"/>
                <a:sym typeface="Poppins"/>
              </a:rPr>
              <a:t>Modern Development</a:t>
            </a:r>
            <a:r>
              <a:rPr lang="en-US" sz="3900" b="0" i="0" u="none" strike="noStrike" cap="none">
                <a:solidFill>
                  <a:srgbClr val="F6F6F6"/>
                </a:solidFill>
                <a:latin typeface="Poppins Light"/>
                <a:ea typeface="Poppins Light"/>
                <a:cs typeface="Poppins Light"/>
                <a:sym typeface="Poppins Light"/>
              </a:rPr>
              <a:t> Starts Here, with you! 🚀</a:t>
            </a:r>
            <a:endParaRPr/>
          </a:p>
        </p:txBody>
      </p:sp>
      <p:sp>
        <p:nvSpPr>
          <p:cNvPr id="495" name="Google Shape;495;p16"/>
          <p:cNvSpPr/>
          <p:nvPr/>
        </p:nvSpPr>
        <p:spPr>
          <a:xfrm>
            <a:off x="14766860" y="1028700"/>
            <a:ext cx="2492440" cy="2898186"/>
          </a:xfrm>
          <a:custGeom>
            <a:avLst/>
            <a:gdLst/>
            <a:ahLst/>
            <a:cxnLst/>
            <a:rect l="l" t="t" r="r" b="b"/>
            <a:pathLst>
              <a:path w="2492440" h="2898186" extrusionOk="0">
                <a:moveTo>
                  <a:pt x="0" y="0"/>
                </a:moveTo>
                <a:lnTo>
                  <a:pt x="2492440" y="0"/>
                </a:lnTo>
                <a:lnTo>
                  <a:pt x="2492440" y="2898186"/>
                </a:lnTo>
                <a:lnTo>
                  <a:pt x="0" y="28981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496" name="Google Shape;496;p16"/>
          <p:cNvGrpSpPr/>
          <p:nvPr/>
        </p:nvGrpSpPr>
        <p:grpSpPr>
          <a:xfrm>
            <a:off x="1413215" y="9568210"/>
            <a:ext cx="12268075" cy="638398"/>
            <a:chOff x="0" y="0"/>
            <a:chExt cx="16357433" cy="851197"/>
          </a:xfrm>
        </p:grpSpPr>
        <p:sp>
          <p:nvSpPr>
            <p:cNvPr id="497" name="Google Shape;497;p16"/>
            <p:cNvSpPr/>
            <p:nvPr/>
          </p:nvSpPr>
          <p:spPr>
            <a:xfrm>
              <a:off x="12245009" y="0"/>
              <a:ext cx="1747629" cy="848222"/>
            </a:xfrm>
            <a:custGeom>
              <a:avLst/>
              <a:gdLst/>
              <a:ahLst/>
              <a:cxnLst/>
              <a:rect l="l" t="t" r="r" b="b"/>
              <a:pathLst>
                <a:path w="1747629" h="848222" extrusionOk="0">
                  <a:moveTo>
                    <a:pt x="0" y="0"/>
                  </a:moveTo>
                  <a:lnTo>
                    <a:pt x="1747629" y="0"/>
                  </a:lnTo>
                  <a:lnTo>
                    <a:pt x="1747629" y="848222"/>
                  </a:lnTo>
                  <a:lnTo>
                    <a:pt x="0" y="84822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7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98" name="Google Shape;498;p16"/>
            <p:cNvSpPr/>
            <p:nvPr/>
          </p:nvSpPr>
          <p:spPr>
            <a:xfrm>
              <a:off x="14564138" y="186628"/>
              <a:ext cx="1793295" cy="545836"/>
            </a:xfrm>
            <a:custGeom>
              <a:avLst/>
              <a:gdLst/>
              <a:ahLst/>
              <a:cxnLst/>
              <a:rect l="l" t="t" r="r" b="b"/>
              <a:pathLst>
                <a:path w="1793295" h="545836" extrusionOk="0">
                  <a:moveTo>
                    <a:pt x="0" y="0"/>
                  </a:moveTo>
                  <a:lnTo>
                    <a:pt x="1793296" y="0"/>
                  </a:lnTo>
                  <a:lnTo>
                    <a:pt x="1793296" y="545836"/>
                  </a:lnTo>
                  <a:lnTo>
                    <a:pt x="0" y="54583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8">
                <a:alphaModFix/>
              </a:blip>
              <a:stretch>
                <a:fillRect b="-64268"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99" name="Google Shape;499;p16"/>
            <p:cNvSpPr/>
            <p:nvPr/>
          </p:nvSpPr>
          <p:spPr>
            <a:xfrm>
              <a:off x="6399410" y="107190"/>
              <a:ext cx="2289252" cy="744007"/>
            </a:xfrm>
            <a:custGeom>
              <a:avLst/>
              <a:gdLst/>
              <a:ahLst/>
              <a:cxnLst/>
              <a:rect l="l" t="t" r="r" b="b"/>
              <a:pathLst>
                <a:path w="2289252" h="744007" extrusionOk="0">
                  <a:moveTo>
                    <a:pt x="0" y="0"/>
                  </a:moveTo>
                  <a:lnTo>
                    <a:pt x="2289252" y="0"/>
                  </a:lnTo>
                  <a:lnTo>
                    <a:pt x="2289252" y="744007"/>
                  </a:lnTo>
                  <a:lnTo>
                    <a:pt x="0" y="74400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9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00" name="Google Shape;500;p16"/>
            <p:cNvSpPr/>
            <p:nvPr/>
          </p:nvSpPr>
          <p:spPr>
            <a:xfrm>
              <a:off x="9260162" y="127192"/>
              <a:ext cx="2413347" cy="724004"/>
            </a:xfrm>
            <a:custGeom>
              <a:avLst/>
              <a:gdLst/>
              <a:ahLst/>
              <a:cxnLst/>
              <a:rect l="l" t="t" r="r" b="b"/>
              <a:pathLst>
                <a:path w="2413347" h="724004" extrusionOk="0">
                  <a:moveTo>
                    <a:pt x="0" y="0"/>
                  </a:moveTo>
                  <a:lnTo>
                    <a:pt x="2413347" y="0"/>
                  </a:lnTo>
                  <a:lnTo>
                    <a:pt x="2413347" y="724005"/>
                  </a:lnTo>
                  <a:lnTo>
                    <a:pt x="0" y="72400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0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01" name="Google Shape;501;p16"/>
            <p:cNvSpPr/>
            <p:nvPr/>
          </p:nvSpPr>
          <p:spPr>
            <a:xfrm>
              <a:off x="3389012" y="301868"/>
              <a:ext cx="2438898" cy="354650"/>
            </a:xfrm>
            <a:custGeom>
              <a:avLst/>
              <a:gdLst/>
              <a:ahLst/>
              <a:cxnLst/>
              <a:rect l="l" t="t" r="r" b="b"/>
              <a:pathLst>
                <a:path w="2438898" h="354650" extrusionOk="0">
                  <a:moveTo>
                    <a:pt x="0" y="0"/>
                  </a:moveTo>
                  <a:lnTo>
                    <a:pt x="2438898" y="0"/>
                  </a:lnTo>
                  <a:lnTo>
                    <a:pt x="2438898" y="354650"/>
                  </a:lnTo>
                  <a:lnTo>
                    <a:pt x="0" y="35465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1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02" name="Google Shape;502;p16"/>
            <p:cNvSpPr/>
            <p:nvPr/>
          </p:nvSpPr>
          <p:spPr>
            <a:xfrm>
              <a:off x="0" y="186628"/>
              <a:ext cx="2819908" cy="585131"/>
            </a:xfrm>
            <a:custGeom>
              <a:avLst/>
              <a:gdLst/>
              <a:ahLst/>
              <a:cxnLst/>
              <a:rect l="l" t="t" r="r" b="b"/>
              <a:pathLst>
                <a:path w="2819908" h="585131" extrusionOk="0">
                  <a:moveTo>
                    <a:pt x="0" y="0"/>
                  </a:moveTo>
                  <a:lnTo>
                    <a:pt x="2819908" y="0"/>
                  </a:lnTo>
                  <a:lnTo>
                    <a:pt x="2819908" y="585131"/>
                  </a:lnTo>
                  <a:lnTo>
                    <a:pt x="0" y="585131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2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503" name="Google Shape;503;p16" title="LOS_Logo-Full (2).png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13983788" y="9602109"/>
            <a:ext cx="2958351" cy="570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push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12330</TotalTime>
  <Words>1573</Words>
  <Application>Microsoft Macintosh PowerPoint</Application>
  <PresentationFormat>Custom</PresentationFormat>
  <Paragraphs>254</Paragraphs>
  <Slides>40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7" baseType="lpstr">
      <vt:lpstr>Poppins Light</vt:lpstr>
      <vt:lpstr>Poppins</vt:lpstr>
      <vt:lpstr>Consolas</vt:lpstr>
      <vt:lpstr>Arial</vt:lpstr>
      <vt:lpstr>Calibri</vt:lpstr>
      <vt:lpstr>Poppins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Raymond Camden</cp:lastModifiedBy>
  <cp:revision>23</cp:revision>
  <dcterms:created xsi:type="dcterms:W3CDTF">2006-08-16T00:00:00Z</dcterms:created>
  <dcterms:modified xsi:type="dcterms:W3CDTF">2025-10-21T15:25:06Z</dcterms:modified>
</cp:coreProperties>
</file>