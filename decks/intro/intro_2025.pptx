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3" r:id="rId35"/>
    <p:sldId id="294" r:id="rId36"/>
    <p:sldId id="295" r:id="rId37"/>
    <p:sldId id="289" r:id="rId38"/>
    <p:sldId id="290" r:id="rId39"/>
    <p:sldId id="291" r:id="rId40"/>
    <p:sldId id="292" r:id="rId41"/>
    <p:sldId id="296" r:id="rId42"/>
    <p:sldId id="298" r:id="rId43"/>
    <p:sldId id="29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7F2EB-94A7-2747-85AD-EF462982AA4A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90358-12A6-7647-BED1-4609E54C76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7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90358-12A6-7647-BED1-4609E54C76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4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boxlang.ortusbooks.com/boxlang-framework/modularity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ymondcamden.com/tags/boxlang" TargetMode="External"/><Relationship Id="rId2" Type="http://schemas.openxmlformats.org/officeDocument/2006/relationships/hyperlink" Target="https://boxlang.ortusbook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y.boxlang.io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6F9E-B452-C731-2265-640DDAFEA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 with </a:t>
            </a:r>
            <a:r>
              <a:rPr lang="en-US" dirty="0" err="1"/>
              <a:t>Boxlang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8A0B0-2F1F-F5C7-8368-D768A28350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22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B0EA-4C87-CED2-9DA5-57823242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06E9-F5ED-0DC2-DFC2-473929851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Raymond Camden</a:t>
            </a:r>
          </a:p>
          <a:p>
            <a:r>
              <a:rPr lang="en-US" dirty="0"/>
              <a:t>Developer Evangelist + Advocate</a:t>
            </a:r>
          </a:p>
          <a:p>
            <a:r>
              <a:rPr lang="en-US" dirty="0"/>
              <a:t>Enterprise Cat Builder</a:t>
            </a:r>
          </a:p>
          <a:p>
            <a:r>
              <a:rPr lang="en-US" dirty="0"/>
              <a:t>Blogging at </a:t>
            </a:r>
            <a:r>
              <a:rPr lang="en-US" dirty="0" err="1"/>
              <a:t>raymondcamden.com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76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17F145-188F-1C74-002C-24C7D447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1285875"/>
            <a:ext cx="4286250" cy="428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16666-EBAC-D665-4F52-759933506604}"/>
              </a:ext>
            </a:extLst>
          </p:cNvPr>
          <p:cNvSpPr txBox="1"/>
          <p:nvPr/>
        </p:nvSpPr>
        <p:spPr>
          <a:xfrm>
            <a:off x="3942447" y="5799775"/>
            <a:ext cx="4002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cfjedimaster</a:t>
            </a:r>
            <a:r>
              <a:rPr lang="en-US" dirty="0"/>
              <a:t>/bl-</a:t>
            </a:r>
            <a:r>
              <a:rPr lang="en-US" dirty="0" err="1"/>
              <a:t>preso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2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263F-E104-1C8D-BC2A-8EEA1077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5A26-99F3-F875-4ACD-F9A3E7877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28757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569D-631D-1865-7FA3-86D51191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Boxlang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A183-6667-B343-C33B-07AEA91DC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Lightweight (6MB!) dynamic, loosely typed language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Built on the JVM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Runs everywhere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Extensible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Can replace ColdFusion/Lucee installs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Open Source 🎉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Free 🎉🎉🎉🎉🎉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265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8D2D-4D7C-DEBA-E806-46C61103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035B7-F8DE-FE93-478A-4B6842192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for building CLI applications</a:t>
            </a:r>
          </a:p>
          <a:p>
            <a:r>
              <a:rPr lang="en-US" dirty="0"/>
              <a:t>A way to create serverless functions</a:t>
            </a:r>
          </a:p>
          <a:p>
            <a:r>
              <a:rPr lang="en-US" dirty="0"/>
              <a:t>A powerful web application + framework</a:t>
            </a:r>
          </a:p>
        </p:txBody>
      </p:sp>
    </p:spTree>
    <p:extLst>
      <p:ext uri="{BB962C8B-B14F-4D97-AF65-F5344CB8AC3E}">
        <p14:creationId xmlns:p14="http://schemas.microsoft.com/office/powerpoint/2010/main" val="34732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9341-C4F5-2375-4C34-3C81BCED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8FAC-2E7D-2F6C-1A11-AEB04B822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Subscriptions for additional support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Premium modules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OS ➡️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+ ➡️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++ ➡️ Custom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Plans - https://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www.boxlang.io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/plans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205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594C-2F05-1F0B-26F0-372C7570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(Soonish)?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4040A-D30F-413D-87D2-008EEAB66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BoxLang</a:t>
            </a:r>
            <a:r>
              <a:rPr lang="en-US" dirty="0"/>
              <a:t> Admin</a:t>
            </a:r>
          </a:p>
          <a:p>
            <a:r>
              <a:rPr lang="en-US" dirty="0"/>
              <a:t>Electron app</a:t>
            </a:r>
          </a:p>
          <a:p>
            <a:r>
              <a:rPr lang="en-US" dirty="0"/>
              <a:t>More modules</a:t>
            </a:r>
          </a:p>
        </p:txBody>
      </p:sp>
    </p:spTree>
    <p:extLst>
      <p:ext uri="{BB962C8B-B14F-4D97-AF65-F5344CB8AC3E}">
        <p14:creationId xmlns:p14="http://schemas.microsoft.com/office/powerpoint/2010/main" val="388883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B4AF-B80C-FE2D-5D52-9CCC1474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EDF01-6E02-A559-217E-FA5D5764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application development</a:t>
            </a:r>
          </a:p>
          <a:p>
            <a:r>
              <a:rPr lang="en-US" dirty="0"/>
              <a:t>Available on multiple platforms</a:t>
            </a:r>
          </a:p>
          <a:p>
            <a:r>
              <a:rPr lang="en-US" dirty="0"/>
              <a:t>Modern, functional, and fluent</a:t>
            </a:r>
          </a:p>
        </p:txBody>
      </p:sp>
    </p:spTree>
    <p:extLst>
      <p:ext uri="{BB962C8B-B14F-4D97-AF65-F5344CB8AC3E}">
        <p14:creationId xmlns:p14="http://schemas.microsoft.com/office/powerpoint/2010/main" val="38501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BCDE-EDA0-F6CB-C3ED-9B2CD93B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4CAD8-1917-8784-80D5-4F58BBC3C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Install the JDK (21+ minimum)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Install the binaries 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Install the IDE 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CLI tools: </a:t>
            </a:r>
            <a:r>
              <a:rPr lang="en-US" sz="26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, install-bx-module, </a:t>
            </a:r>
            <a:r>
              <a:rPr lang="en-US" sz="26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boxlang-miniserver</a:t>
            </a: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, install-</a:t>
            </a:r>
            <a:r>
              <a:rPr lang="en-US" sz="26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endParaRPr lang="en-US" sz="26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https://</a:t>
            </a:r>
            <a:r>
              <a:rPr lang="en-US" sz="26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boxlang.ortusbooks.com</a:t>
            </a: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/getting-started/installation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6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Also – BVM 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15901" lvl="1" indent="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9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F3F8-EA00-96CA-39CA-F04751AB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3AEC-EE3A-C708-4F77-934AD3C1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Carefully read the docs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Ensure you understand everything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Then carefully write your first file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or...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0BACA-58F9-CDFD-A2F6-CEAEE7B3D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712" y="279057"/>
            <a:ext cx="5763397" cy="576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94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540-2DD7-1F5F-8B3B-734E8F85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2DBA7-C895-53F8-8FCC-C9C4967D6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Java interop (very, very deep)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Classes (full OO, interfaces, abstract, static, </a:t>
            </a:r>
            <a:r>
              <a:rPr lang="en-US" sz="38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etc</a:t>
            </a: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Closures + Pure functions (lambdas)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Immutable classes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Interceptors for the language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Case insensitive 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Human operators (AND, OR, </a:t>
            </a:r>
            <a:r>
              <a:rPr lang="en-US" sz="38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etc</a:t>
            </a:r>
            <a:r>
              <a:rPr lang="en-US" sz="38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714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360A-9C8E-25AF-47A1-12D3CF7C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Features (more)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830B-342A-DA9E-F2C4-88A7317C6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Member functions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Mostly optional semicolons (but use them </a:t>
            </a:r>
            <a:r>
              <a:rPr lang="en-US" sz="31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cuz</a:t>
            </a: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I said so)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Multiline strings + Expression Interpolation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Tag islands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Caching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31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Arrays that start at freaking 1 because it makes sense!!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91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483-5B8D-10F7-0232-603E36C7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Features (Types)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FDA6-0003-8F62-6682-55C7940FB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Array, Struct, String, Numeric,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DateTime</a:t>
            </a:r>
            <a:endParaRPr lang="en-US" sz="2400" dirty="0">
              <a:solidFill>
                <a:srgbClr val="D8D8D8"/>
              </a:solidFill>
              <a:ea typeface="Poppins"/>
              <a:cs typeface="Poppins" panose="00000500000000000000" pitchFamily="2" charset="0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Query, File, XML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List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Full List (https://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boxlang.ortusbooks.com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-language/reference/types)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2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BCFB-E327-5BD5-1F83-7D3F6237E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Features (more)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0412-D426-D68C-5DD2-F686D640B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Some functionality exposed as components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For example: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bx:http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 .... {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subtags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 }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For example: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bx:mail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somearg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=1 { content }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71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93ED-27F8-722B-AF27-6637ED02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Features (Scopes)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420D-8D24-16A7-589E-E5840213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variables (all)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server (all)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application, session, form,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url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 (web)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request (web)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this (components)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local, arguments (functions)</a:t>
            </a:r>
          </a:p>
          <a:p>
            <a:pPr marL="431801" lvl="1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More: https://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boxlang.ortusbooks.com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-language/syntax/variable-scopes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3461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4578-FD7B-6DCC-89CB-0FB102A9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Features (Modules)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05029-8DBB-A55C-BB28-F9EBE5AC0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Additional functionality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Installed via CLI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install-bx-module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modulename</a:t>
            </a:r>
            <a:endParaRPr lang="en-US" sz="2400" dirty="0">
              <a:solidFill>
                <a:srgbClr val="D8D8D8"/>
              </a:solidFill>
              <a:ea typeface="Poppins"/>
              <a:cs typeface="Poppins" panose="00000500000000000000" pitchFamily="2" charset="0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Database, PDF, Markdown, Mail, and more...</a:t>
            </a: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https://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boxlang.ortusbooks.com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-framework/modularity</a:t>
            </a:r>
          </a:p>
        </p:txBody>
      </p:sp>
    </p:spTree>
    <p:extLst>
      <p:ext uri="{BB962C8B-B14F-4D97-AF65-F5344CB8AC3E}">
        <p14:creationId xmlns:p14="http://schemas.microsoft.com/office/powerpoint/2010/main" val="2665951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CB2D-E2AE-7EE7-52CF-0865B687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BoxLang</a:t>
            </a:r>
            <a:r>
              <a:rPr lang="en-US" dirty="0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86B5E-2488-9945-EEEA-1D57A02DB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bxs (scripting)</a:t>
            </a:r>
          </a:p>
          <a:p>
            <a:r>
              <a:rPr lang="en-US" dirty="0" err="1"/>
              <a:t>bxm</a:t>
            </a:r>
            <a:r>
              <a:rPr lang="en-US" dirty="0"/>
              <a:t> (tag)</a:t>
            </a:r>
          </a:p>
          <a:p>
            <a:r>
              <a:rPr lang="en-US" dirty="0"/>
              <a:t>bx (classes)</a:t>
            </a:r>
          </a:p>
        </p:txBody>
      </p:sp>
    </p:spTree>
    <p:extLst>
      <p:ext uri="{BB962C8B-B14F-4D97-AF65-F5344CB8AC3E}">
        <p14:creationId xmlns:p14="http://schemas.microsoft.com/office/powerpoint/2010/main" val="425263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47A-3689-FF8E-5530-201242DE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96012-A14C-CB4D-B9F3-405377A45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None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Ray, show the tag/class versions of hello world...</a:t>
            </a:r>
          </a:p>
        </p:txBody>
      </p:sp>
    </p:spTree>
    <p:extLst>
      <p:ext uri="{BB962C8B-B14F-4D97-AF65-F5344CB8AC3E}">
        <p14:creationId xmlns:p14="http://schemas.microsoft.com/office/powerpoint/2010/main" val="3267924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EC5E-67CF-27C5-C1C1-104BE2AC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for the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FB5D4-E446-5E88-7B2D-731AD08D3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For interaction, use: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cliGetArgs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(),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cliRead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(),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cliExit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()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Also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server.cli.parsed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Positionals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and Options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For classes, main is automatically run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https://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boxlang.ortusbooks.com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/getting-started/running-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/cli-scripting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6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465F-BB63-950C-AAC2-075169C3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 </a:t>
            </a:r>
            <a:r>
              <a:rPr lang="en-US" dirty="0" err="1"/>
              <a:t>Args</a:t>
            </a:r>
            <a:r>
              <a:rPr lang="en-US" dirty="0"/>
              <a:t> -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E5B86-7AD4-84A5-8210-E8D9D4BDF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--option (option is true)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--option=X (option is X)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-o=X (shorter)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--!option (option is false)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--no-option (option is false)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96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3DCC-0B39-DDC1-1BDA-62AA04DC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E55A3-A6DE-4350-95F5-E11DE1502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Ray, show the cli* files, </a:t>
            </a:r>
            <a:r>
              <a:rPr lang="en-US" dirty="0" err="1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dadjoke</a:t>
            </a:r>
            <a:endParaRPr lang="en-US" dirty="0">
              <a:solidFill>
                <a:srgbClr val="D8D8D8"/>
              </a:solidFill>
              <a:ea typeface="Poppins"/>
              <a:cs typeface="Poppins" panose="00000500000000000000" pitchFamily="2" charset="0"/>
              <a:sym typeface="Poppin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867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D63D-E1C1-A61E-EBEF-549EE75A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For Serverless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331B-7DA6-B88A-5BAD-4EEDFC80E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Currently only AWS Lambda (but more coming soon)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template (skeleton code, unit tests, GitHub actions)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Template adds automatic event management and response serialization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Can upload a zip or use GitHub Actions 🎉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Recently added URL Routing</a:t>
            </a:r>
          </a:p>
          <a:p>
            <a:pPr marL="215901" lvl="1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</a:pP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5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25BB-6FC0-BD39-B0B8-1D737264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for Serverless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DC76-96FE-9FC9-06EB-8BE8BB7C0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Make a new repo based on template and edit settings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Create your Lambda on the AWS side (settings are important!)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Work on code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Use unit test to confirm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Git commit and wait</a:t>
            </a:r>
          </a:p>
        </p:txBody>
      </p:sp>
    </p:spTree>
    <p:extLst>
      <p:ext uri="{BB962C8B-B14F-4D97-AF65-F5344CB8AC3E}">
        <p14:creationId xmlns:p14="http://schemas.microsoft.com/office/powerpoint/2010/main" val="182826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5EF5-1208-685E-B7A9-B9AF6143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for Serverless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65D7-7034-9692-7525-90C0CEA51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DECD8-C6ED-BB0D-238C-3DB4BC71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529" y="1619343"/>
            <a:ext cx="6849764" cy="480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73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52BD-D47D-7E55-81AF-25A01BFD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C463-90EE-BB41-E7A7-34B573C3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for Serverless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C1941-D2B8-22CC-09D4-1CF09452A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20" y="1647094"/>
            <a:ext cx="8655382" cy="4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33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96AF-1F3E-6619-01D8-4E7DB0D4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E7EA-460C-24C1-0381-69FF2EE4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for Serverless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030F2-82A3-04A9-FCA1-90EE61E44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574" y="1357803"/>
            <a:ext cx="7685675" cy="553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70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2441-EECD-A7C9-ADBE-2566BD61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9C2D-B7D7-081E-EED9-7F2D25B6E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None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Ray, show the local Lambda then the Postman</a:t>
            </a:r>
            <a:endParaRPr lang="en-US" sz="4000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sz="4000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solidFill>
                <a:srgbClr val="D8D8D8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02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5708-59AE-1ADB-2374-A97145F6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8F57-8424-4C6C-07A2-D41D227BE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Baked In FTW!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Application and Session Management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Application life-cycle event handlers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File-based routing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URL, Form handling (including file uploads)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Classes have additional support for remote operations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515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D45C-A004-09BD-F29D-FFDF3F3E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Apps - Defining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DE11-7048-7E03-72C5-5DC3A621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Add an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Application.bx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to the ‘root’ of your app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BoxLang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searches for this file when a request is made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Application.bx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is run on every request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682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C84F-D333-9D47-6857-8F8881D0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Apps -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9BA68-E854-BF1A-0D35-F86338748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Application Start and End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Session Start and End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Request Start and End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Class Request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Error, Abort, Missing Template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834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5E42-5B24-D4F5-EF49-C145B140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Apps -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931D8-351E-2701-39DF-806E34DBE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CommandBox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MiniServer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 🤩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1751602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2103-B520-7E5D-CDAF-6B396F68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0130-8B15-EEE5-89FB-4CD992725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Ray, show web1</a:t>
            </a:r>
          </a:p>
        </p:txBody>
      </p:sp>
    </p:spTree>
    <p:extLst>
      <p:ext uri="{BB962C8B-B14F-4D97-AF65-F5344CB8AC3E}">
        <p14:creationId xmlns:p14="http://schemas.microsoft.com/office/powerpoint/2010/main" val="2120996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3B99-23DD-6603-B280-085C2666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1437-B519-3545-CEB1-2D0451649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by which developers can add features</a:t>
            </a:r>
          </a:p>
          <a:p>
            <a:r>
              <a:rPr lang="en-US" dirty="0"/>
              <a:t>Long (and growing) list of supported modules</a:t>
            </a:r>
          </a:p>
          <a:p>
            <a:pPr lvl="1"/>
            <a:r>
              <a:rPr lang="en-US" dirty="0">
                <a:hlinkClick r:id="rId2"/>
              </a:rPr>
              <a:t>https://boxlang.ortusbooks.com/boxlang-framework/modularity</a:t>
            </a:r>
            <a:endParaRPr lang="en-US" dirty="0"/>
          </a:p>
          <a:p>
            <a:r>
              <a:rPr lang="en-US" dirty="0"/>
              <a:t>Incredibly flexible and deep integration into </a:t>
            </a:r>
            <a:r>
              <a:rPr lang="en-US" dirty="0" err="1"/>
              <a:t>BoxLang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7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D809-8FFF-09D9-C710-A6278DE8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can do what???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9F54C-C0BD-A332-AEC6-FC5A3A30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Add new BIFs</a:t>
            </a:r>
          </a:p>
          <a:p>
            <a:r>
              <a:rPr lang="en-US" dirty="0"/>
              <a:t>Add new components</a:t>
            </a:r>
          </a:p>
          <a:p>
            <a:r>
              <a:rPr lang="en-US" dirty="0"/>
              <a:t>Add classes that can be loaded via a custom import</a:t>
            </a:r>
          </a:p>
          <a:p>
            <a:r>
              <a:rPr lang="en-US" dirty="0"/>
              <a:t>Add new Jars</a:t>
            </a:r>
          </a:p>
          <a:p>
            <a:r>
              <a:rPr lang="en-US" dirty="0"/>
              <a:t>Add new JDBC Drivers</a:t>
            </a:r>
          </a:p>
          <a:p>
            <a:r>
              <a:rPr lang="en-US" dirty="0"/>
              <a:t>Add interceptors</a:t>
            </a:r>
          </a:p>
          <a:p>
            <a:r>
              <a:rPr lang="en-US" dirty="0"/>
              <a:t>Create new variable scopes</a:t>
            </a:r>
          </a:p>
        </p:txBody>
      </p:sp>
    </p:spTree>
    <p:extLst>
      <p:ext uri="{BB962C8B-B14F-4D97-AF65-F5344CB8AC3E}">
        <p14:creationId xmlns:p14="http://schemas.microsoft.com/office/powerpoint/2010/main" val="370833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E0DD-C802-B428-97E7-A7A6B3E2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5A3D0-45C1-FC23-07C7-2F482C858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Ray, show </a:t>
            </a:r>
            <a:r>
              <a:rPr lang="en-US" dirty="0" err="1"/>
              <a:t>module_test</a:t>
            </a:r>
            <a:endParaRPr lang="en-US" dirty="0"/>
          </a:p>
          <a:p>
            <a:r>
              <a:rPr lang="en-US" dirty="0"/>
              <a:t>Then show: https://</a:t>
            </a:r>
            <a:r>
              <a:rPr lang="en-US" dirty="0" err="1"/>
              <a:t>www.raymondcamden.com</a:t>
            </a:r>
            <a:r>
              <a:rPr lang="en-US" dirty="0"/>
              <a:t>/2025/05/07/a-sneak-peek-at-</a:t>
            </a:r>
            <a:r>
              <a:rPr lang="en-US" dirty="0" err="1"/>
              <a:t>boxlangs</a:t>
            </a:r>
            <a:r>
              <a:rPr lang="en-US" dirty="0"/>
              <a:t>-module-feature</a:t>
            </a:r>
          </a:p>
        </p:txBody>
      </p:sp>
    </p:spTree>
    <p:extLst>
      <p:ext uri="{BB962C8B-B14F-4D97-AF65-F5344CB8AC3E}">
        <p14:creationId xmlns:p14="http://schemas.microsoft.com/office/powerpoint/2010/main" val="14432300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7202-46CE-5B72-AAB4-FEE89239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3EE70-5F70-7CA7-5787-856131CE2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Available via modules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Derby,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HyperSQL</a:t>
            </a: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, MySQL, MariaDB, SQL Server, Oracle, PostgreSQL,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SQLIte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install-bx-module bx-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mysql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4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80F8-272B-CACF-7DFB-752AC87B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20D1-7DC5-86D7-7890-3A779D493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Define connection parameters for your database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Defined inline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Defined in </a:t>
            </a: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Application.bx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 panose="00000500000000000000" pitchFamily="2" charset="0"/>
                <a:sym typeface="Poppins"/>
              </a:rPr>
              <a:t>Defined in server configuration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6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FA86-1DB2-328F-7AB3-94D17481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679BB-7BA9-D0D6-7178-2057E7955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queryExecute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bx:query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transaction (multiple)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Loop constructs support query objects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Stored procedure support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bx:dbinfo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 err="1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queryNew</a:t>
            </a: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sz="2400" dirty="0">
              <a:solidFill>
                <a:srgbClr val="D8D8D8"/>
              </a:solidFill>
              <a:ea typeface="Poppins"/>
              <a:cs typeface="Poppins"/>
              <a:sym typeface="Poppins"/>
            </a:endParaRPr>
          </a:p>
          <a:p>
            <a:pPr marL="431801" lvl="1" indent="-215900">
              <a:lnSpc>
                <a:spcPct val="140000"/>
              </a:lnSpc>
              <a:spcBef>
                <a:spcPts val="0"/>
              </a:spcBef>
              <a:buClr>
                <a:srgbClr val="D8D8D8"/>
              </a:buClr>
              <a:buSzPts val="2000"/>
              <a:buFont typeface="Arial"/>
              <a:buChar char="•"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2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2413-B301-35FB-3762-D1FDF2AE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E137-90A3-7250-E305-ED558F188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Ray, show </a:t>
            </a:r>
            <a:r>
              <a:rPr lang="en-US" dirty="0" err="1"/>
              <a:t>db</a:t>
            </a:r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00073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B05B-7570-0A62-7624-394F7A69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D544-3166-93A3-2746-B019FEC9F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Multi HTTP Tool (shows threading)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PDF Generator (shows modules)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Markdown (shows Java interop)</a:t>
            </a:r>
          </a:p>
          <a:p>
            <a:pPr marL="431801" lvl="8" indent="-215900">
              <a:lnSpc>
                <a:spcPct val="140000"/>
              </a:lnSpc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rgbClr val="D8D8D8"/>
                </a:solidFill>
                <a:ea typeface="Poppins"/>
                <a:cs typeface="Poppins"/>
                <a:sym typeface="Poppins"/>
              </a:rPr>
              <a:t>URL to Image (shows, um, images)</a:t>
            </a:r>
          </a:p>
        </p:txBody>
      </p:sp>
    </p:spTree>
    <p:extLst>
      <p:ext uri="{BB962C8B-B14F-4D97-AF65-F5344CB8AC3E}">
        <p14:creationId xmlns:p14="http://schemas.microsoft.com/office/powerpoint/2010/main" val="2189756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3149-1989-4FAB-34C2-F5307FEB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5BB9-087B-ED78-68C7-9BFCE8BBF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https://boxlang.ortusbooks.com/</a:t>
            </a:r>
            <a:endParaRPr lang="en-US" dirty="0"/>
          </a:p>
          <a:p>
            <a:r>
              <a:rPr lang="en-US" dirty="0"/>
              <a:t>Forums + Slack</a:t>
            </a:r>
          </a:p>
          <a:p>
            <a:r>
              <a:rPr lang="en-US" dirty="0">
                <a:hlinkClick r:id="rId3"/>
              </a:rPr>
              <a:t>https://www.raymondcamden.com/tags/boxlang</a:t>
            </a:r>
            <a:endParaRPr lang="en-US" dirty="0"/>
          </a:p>
          <a:p>
            <a:r>
              <a:rPr lang="en-US" dirty="0">
                <a:hlinkClick r:id="rId4"/>
              </a:rPr>
              <a:t>https://try.boxlang.io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506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78B9-5814-B662-F651-537AAF98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0017-A2A1-F700-EDA6-771F46704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Two kittens looking up&#10;&#10;AI-generated content may be incorrect.">
            <a:extLst>
              <a:ext uri="{FF2B5EF4-FFF2-40B4-BE49-F238E27FC236}">
                <a16:creationId xmlns:a16="http://schemas.microsoft.com/office/drawing/2014/main" id="{438EAA4C-C389-386B-DD74-E2BC4504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956" y="2097356"/>
            <a:ext cx="8086909" cy="384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1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5968</TotalTime>
  <Words>988</Words>
  <Application>Microsoft Macintosh PowerPoint</Application>
  <PresentationFormat>Widescreen</PresentationFormat>
  <Paragraphs>198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Arial</vt:lpstr>
      <vt:lpstr>Poppins</vt:lpstr>
      <vt:lpstr>Tw Cen MT</vt:lpstr>
      <vt:lpstr>Circuit</vt:lpstr>
      <vt:lpstr>Getting Started with Boxlang</vt:lpstr>
      <vt:lpstr>About Me</vt:lpstr>
      <vt:lpstr>PowerPoint Presentation</vt:lpstr>
      <vt:lpstr>Game Plan</vt:lpstr>
      <vt:lpstr>What is Boxlang?</vt:lpstr>
      <vt:lpstr>What?</vt:lpstr>
      <vt:lpstr>What?</vt:lpstr>
      <vt:lpstr>What (Soonish)?</vt:lpstr>
      <vt:lpstr>Why?</vt:lpstr>
      <vt:lpstr>How?</vt:lpstr>
      <vt:lpstr>How?</vt:lpstr>
      <vt:lpstr>Language features</vt:lpstr>
      <vt:lpstr>Language Features (more)</vt:lpstr>
      <vt:lpstr>Language Features (Types)</vt:lpstr>
      <vt:lpstr>Language Features (more)</vt:lpstr>
      <vt:lpstr>Language Features (Scopes)</vt:lpstr>
      <vt:lpstr>Language Features (Modules)</vt:lpstr>
      <vt:lpstr>BoxLang Files</vt:lpstr>
      <vt:lpstr>Demo</vt:lpstr>
      <vt:lpstr>Building for the CLI</vt:lpstr>
      <vt:lpstr>CLI Args - Options</vt:lpstr>
      <vt:lpstr>Demo</vt:lpstr>
      <vt:lpstr>Building For Serverless</vt:lpstr>
      <vt:lpstr>Building for Serverless</vt:lpstr>
      <vt:lpstr>Building for Serverless</vt:lpstr>
      <vt:lpstr>Building for Serverless</vt:lpstr>
      <vt:lpstr>Building for Serverless</vt:lpstr>
      <vt:lpstr>Demo</vt:lpstr>
      <vt:lpstr>Web Apps</vt:lpstr>
      <vt:lpstr>Web Apps - Defining</vt:lpstr>
      <vt:lpstr>Web Apps - Events</vt:lpstr>
      <vt:lpstr>Web Apps - Running</vt:lpstr>
      <vt:lpstr>Demo</vt:lpstr>
      <vt:lpstr>Modules</vt:lpstr>
      <vt:lpstr>Modules can do what???</vt:lpstr>
      <vt:lpstr>Demo</vt:lpstr>
      <vt:lpstr>Databases</vt:lpstr>
      <vt:lpstr>Datasources</vt:lpstr>
      <vt:lpstr>Code</vt:lpstr>
      <vt:lpstr>Demo</vt:lpstr>
      <vt:lpstr>Examples</vt:lpstr>
      <vt:lpstr>Resources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Camden</dc:creator>
  <cp:lastModifiedBy>Raymond Camden</cp:lastModifiedBy>
  <cp:revision>19</cp:revision>
  <dcterms:created xsi:type="dcterms:W3CDTF">2025-10-16T18:21:05Z</dcterms:created>
  <dcterms:modified xsi:type="dcterms:W3CDTF">2025-10-21T15:25:01Z</dcterms:modified>
</cp:coreProperties>
</file>